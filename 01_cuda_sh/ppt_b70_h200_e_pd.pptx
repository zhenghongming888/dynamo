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8056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B70 / H200 Encoder–PD Disaggregation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10972800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0" i="0">
                <a:solidFill>
                  <a:srgbClr val="F2F2F2"/>
                </a:solidFill>
                <a:latin typeface="Calibri"/>
              </a:rPr>
              <a:t>Status Report — Performance Investigation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800" b="0" i="0">
                <a:solidFill>
                  <a:srgbClr val="2E86C1"/>
                </a:solidFill>
                <a:latin typeface="Calibri"/>
              </a:rPr>
              <a:t>Qwen3-VL-32B-FP8  •  Qwen3.5-35B-A3B (BF16 MoE)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5488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Cross-host disagg with B70 XPU encoders, dell06 H200 encoder,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and giga01 H200 PD — with GPUDirect-RDMA patches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0" i="1">
                <a:solidFill>
                  <a:srgbClr val="F2F2F2"/>
                </a:solidFill>
                <a:latin typeface="Calibri"/>
              </a:rPr>
              <a:t>Date: 2026-05-26   •   Period covered: 2026-05-15 → 2026-05-26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515600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5156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1">
                <a:solidFill>
                  <a:srgbClr val="F2F2F2"/>
                </a:solidFill>
                <a:latin typeface="Calibri"/>
              </a:rPr>
              <a:t>Bottom-line findings from 10+ days of 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82880"/>
            <a:ext cx="82296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alibri"/>
              </a:rPr>
              <a:t>2 /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457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75120"/>
            <a:ext cx="10058400" cy="1828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Calibri"/>
              </a:rPr>
              <a:t>B70 / H200 Encoder–PD Disagg • Status Report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3794760" cy="182880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3520440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1. Same-host TP=1 / TP=2 agg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45920"/>
            <a:ext cx="3520440" cy="10972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wins for both 32B-FP8 and 35B-A3B on every workload tested.
Disagg never beats agg on raw RPS/GPU efficiency.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005840"/>
            <a:ext cx="3794760" cy="1828800"/>
          </a:xfrm>
          <a:prstGeom prst="rect">
            <a:avLst/>
          </a:prstGeom>
          <a:solidFill>
            <a:srgbClr val="D98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097280"/>
            <a:ext cx="3520440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2. Cross-host disagg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645920"/>
            <a:ext cx="3520440" cy="10972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is competitive on TTFT for 768p workloads if encoder is H200 (dell06).
B70 XPU encoders are throughput-bottlenecked by ViT compute (~25 s @ 1080p).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005840"/>
            <a:ext cx="3794760" cy="18288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097280"/>
            <a:ext cx="3520440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3. GPUDirect RDMA patch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645920"/>
            <a:ext cx="3520440" cy="10972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(`device=cuda:0` end-to-end) eliminates a known CPU-bounce bug.
Saves ~200 ms/req. Big TPOT wins (7–90×) when PD is loaded; invisible when encoder bottlenecked.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108960"/>
            <a:ext cx="10972800" cy="3200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Saturation RPS — best result per workload (np=32, rate-swept)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65760" y="3429000"/>
          <a:ext cx="114300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8"/>
              </a:tblGrid>
              <a:tr h="378822"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Model / Workload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TP=1 agg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TP=2 agg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B70 1E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B70 4E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dell06 1E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Winner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378822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32B-FP8 / 8img·1080p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0.95</a:t>
                      </a:r>
                    </a:p>
                  </a:txBody>
                  <a:tcPr>
                    <a:solidFill>
                      <a:srgbClr val="1E8E3E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0.038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TP=2 agg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32B-FP8 / 8img·768p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1.9</a:t>
                      </a:r>
                    </a:p>
                  </a:txBody>
                  <a:tcPr>
                    <a:solidFill>
                      <a:srgbClr val="1E8E3E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0.66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TP=2 agg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78822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32B-FP8 / 4img·768p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3.1</a:t>
                      </a:r>
                    </a:p>
                  </a:txBody>
                  <a:tcPr>
                    <a:solidFill>
                      <a:srgbClr val="1E8E3E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TP=2 agg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35B-A3B / 8img·1080p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1.14</a:t>
                      </a:r>
                    </a:p>
                  </a:txBody>
                  <a:tcPr>
                    <a:solidFill>
                      <a:srgbClr val="1E8E3E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1.04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0.038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0.147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TP=1 agg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78822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35B-A3B / 8img·768p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2.52</a:t>
                      </a:r>
                    </a:p>
                  </a:txBody>
                  <a:tcPr>
                    <a:solidFill>
                      <a:srgbClr val="1E8E3E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dell06 1E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8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35B-A3B / 4img·768p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3.01</a:t>
                      </a:r>
                    </a:p>
                  </a:txBody>
                  <a:tcPr>
                    <a:solidFill>
                      <a:srgbClr val="1E8E3E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2.73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1.55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&gt;2.49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TP=1 agg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515600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Goals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5156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1">
                <a:solidFill>
                  <a:srgbClr val="F2F2F2"/>
                </a:solidFill>
                <a:latin typeface="Calibri"/>
              </a:rPr>
              <a:t>What we set out to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82880"/>
            <a:ext cx="82296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alibri"/>
              </a:rPr>
              <a:t>3 /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457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75120"/>
            <a:ext cx="10058400" cy="1828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Calibri"/>
              </a:rPr>
              <a:t>B70 / H200 Encoder–PD Disagg • Status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914400"/>
            <a:ext cx="548640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Calibri"/>
              </a:rPr>
              <a:t>Primary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280160"/>
            <a:ext cx="5669280" cy="2743200"/>
          </a:xfrm>
          <a:prstGeom prst="rect">
            <a:avLst/>
          </a:prstGeom>
          <a:noFill/>
        </p:spPr>
        <p:txBody>
          <a:bodyPr wrap="square" lIns="36000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Calibri"/>
              </a:rPr>
              <a:t>• When does disaggregated E/PD beat aggregated EPD?</a:t>
            </a:r>
          </a:p>
          <a:p>
            <a:pPr algn="l"/>
            <a:r>
              <a:rPr sz="1300">
                <a:solidFill>
                  <a:srgbClr val="000000"/>
                </a:solidFill>
                <a:latin typeface="Calibri"/>
              </a:rPr>
              <a:t>• What is the per-request hand-off cost between encoder and PD?</a:t>
            </a:r>
          </a:p>
          <a:p>
            <a:pPr algn="l"/>
            <a:r>
              <a:rPr sz="1300">
                <a:solidFill>
                  <a:srgbClr val="000000"/>
                </a:solidFill>
                <a:latin typeface="Calibri"/>
              </a:rPr>
              <a:t>• How does cross-host (B70 ↔ giga01) compare to same-host configurations?</a:t>
            </a:r>
          </a:p>
          <a:p>
            <a:pPr algn="l"/>
            <a:r>
              <a:rPr sz="1300">
                <a:solidFill>
                  <a:srgbClr val="000000"/>
                </a:solidFill>
                <a:latin typeface="Calibri"/>
              </a:rPr>
              <a:t>• Can the GPUDirect-RDMA patch remove the CPU-bounce overhead?</a:t>
            </a:r>
          </a:p>
          <a:p>
            <a:pPr algn="l"/>
            <a:r>
              <a:rPr sz="1300">
                <a:solidFill>
                  <a:srgbClr val="000000"/>
                </a:solidFill>
                <a:latin typeface="Calibri"/>
              </a:rPr>
              <a:t>• What's the bottleneck at each topology / workload combination?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914400"/>
            <a:ext cx="548640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Calibri"/>
              </a:rPr>
              <a:t>Out of scope (this report)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280160"/>
            <a:ext cx="5669280" cy="2743200"/>
          </a:xfrm>
          <a:prstGeom prst="rect">
            <a:avLst/>
          </a:prstGeom>
          <a:noFill/>
        </p:spPr>
        <p:txBody>
          <a:bodyPr wrap="square" lIns="36000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Calibri"/>
              </a:rPr>
              <a:t>• True PD-disagg (separate prefill / decode workers)</a:t>
            </a:r>
          </a:p>
          <a:p>
            <a:pPr algn="l"/>
            <a:r>
              <a:rPr sz="1300">
                <a:solidFill>
                  <a:srgbClr val="000000"/>
                </a:solidFill>
                <a:latin typeface="Calibri"/>
              </a:rPr>
              <a:t>• Production multi-tenant encoder pool (1 enc → N PDs)</a:t>
            </a:r>
          </a:p>
          <a:p>
            <a:pPr algn="l"/>
            <a:r>
              <a:rPr sz="1300">
                <a:solidFill>
                  <a:srgbClr val="000000"/>
                </a:solidFill>
                <a:latin typeface="Calibri"/>
              </a:rPr>
              <a:t>• Smaller VL models (Qwen3-VL-7B / 3B not downloaded)</a:t>
            </a:r>
          </a:p>
          <a:p>
            <a:pPr algn="l"/>
            <a:r>
              <a:rPr sz="1300">
                <a:solidFill>
                  <a:srgbClr val="000000"/>
                </a:solidFill>
                <a:latin typeface="Calibri"/>
              </a:rPr>
              <a:t>• Vision-heavy models (Pixtral, InternVL2-large-ViT)</a:t>
            </a:r>
          </a:p>
          <a:p>
            <a:pPr algn="l"/>
            <a:r>
              <a:rPr sz="1300">
                <a:solidFill>
                  <a:srgbClr val="000000"/>
                </a:solidFill>
                <a:latin typeface="Calibri"/>
              </a:rPr>
              <a:t>• Video / temporal workloads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38912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Calibri"/>
              </a:rPr>
              <a:t>Methodology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754880"/>
            <a:ext cx="11430000" cy="1828800"/>
          </a:xfrm>
          <a:prstGeom prst="rect">
            <a:avLst/>
          </a:prstGeom>
          <a:noFill/>
        </p:spPr>
        <p:txBody>
          <a:bodyPr wrap="square" lIns="36000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Calibri"/>
              </a:rPr>
              <a:t>• Workload: synthetic random JPEGs, in=128 / out=256 tokens, np=16 or np=32 per rate</a:t>
            </a:r>
          </a:p>
          <a:p>
            <a:pPr algn="l"/>
            <a:r>
              <a:rPr sz="1300">
                <a:solidFill>
                  <a:srgbClr val="000000"/>
                </a:solidFill>
                <a:latin typeface="Calibri"/>
              </a:rPr>
              <a:t>• Rate sweep: 0.10, 0.25, 0.50, 1.00, 1.50, 2.00, 3.00 RPS (Poisson arrivals)</a:t>
            </a:r>
          </a:p>
          <a:p>
            <a:pPr algn="l"/>
            <a:r>
              <a:rPr sz="1300">
                <a:solidFill>
                  <a:srgbClr val="000000"/>
                </a:solidFill>
                <a:latin typeface="Calibri"/>
              </a:rPr>
              <a:t>• Bench client: sglang.bench_serving --backend sglang-oai-chat</a:t>
            </a:r>
          </a:p>
          <a:p>
            <a:pPr algn="l"/>
            <a:r>
              <a:rPr sz="1300">
                <a:solidFill>
                  <a:srgbClr val="000000"/>
                </a:solidFill>
                <a:latin typeface="Calibri"/>
              </a:rPr>
              <a:t>• PD instrumentation: ReqTimeStats events + DYN_LOG=debug for NIXL ReadOperation traces</a:t>
            </a:r>
          </a:p>
          <a:p>
            <a:pPr algn="l"/>
            <a:r>
              <a:rPr sz="1300">
                <a:solidFill>
                  <a:srgbClr val="000000"/>
                </a:solidFill>
                <a:latin typeface="Calibri"/>
              </a:rPr>
              <a:t>• Encoder instrumentation (32B): BENCH_TIMING per-stage perf_counter checkpoints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515600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Hardware Topologies Tested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5156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1">
                <a:solidFill>
                  <a:srgbClr val="F2F2F2"/>
                </a:solidFill>
                <a:latin typeface="Calibri"/>
              </a:rPr>
              <a:t>5 configurations, same model + workload across 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82880"/>
            <a:ext cx="82296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alibri"/>
              </a:rPr>
              <a:t>4 /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457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75120"/>
            <a:ext cx="10058400" cy="1828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Calibri"/>
              </a:rPr>
              <a:t>B70 / H200 Encoder–PD Disagg • Status Report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005840"/>
          <a:ext cx="11430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8"/>
              </a:tblGrid>
              <a:tr h="381000"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Encoder host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# Enc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PD host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TP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38100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agg_TP1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giga01 GPU 4 (inline)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giga01 GPU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Single H200, all-in-one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agg_TP2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giga01 GPUs 4-5 (inline)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giga01 GPUs 4-5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2× H200, NVLink NV18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100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B70_1E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B70 XPU (Battlemage, 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giga01 H200 GPU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Cross-host,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B70_4E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B70 XPUs 0–3 (Battlemage)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giga01 H200 GPU 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Cross-host, parallel encoders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100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dell06_1E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dell06 H200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giga01 H200 GPU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Cross-host, H200 encoder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3520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Calibri"/>
              </a:rPr>
              <a:t>Network fabrics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886200"/>
            <a:ext cx="11430000" cy="1828800"/>
          </a:xfrm>
          <a:prstGeom prst="rect">
            <a:avLst/>
          </a:prstGeom>
          <a:noFill/>
        </p:spPr>
        <p:txBody>
          <a:bodyPr wrap="square" lIns="36000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Calibri"/>
              </a:rPr>
              <a:t>• Mgmt (control plane): 172.26.46.0/22 — NATS (14222) + etcd (12379) + dynamo TCP request plane</a:t>
            </a:r>
          </a:p>
          <a:p>
            <a:pPr algn="l"/>
            <a:r>
              <a:rPr sz="1300">
                <a:solidFill>
                  <a:srgbClr val="000000"/>
                </a:solidFill>
                <a:latin typeface="Calibri"/>
              </a:rPr>
              <a:t>• RoCE data plane: 192.165.123.0/24, 100/400 Gb/s NDR — NIXL embedding transfer</a:t>
            </a:r>
          </a:p>
          <a:p>
            <a:pPr algn="l"/>
            <a:r>
              <a:rPr sz="1300">
                <a:solidFill>
                  <a:srgbClr val="000000"/>
                </a:solidFill>
                <a:latin typeface="Calibri"/>
              </a:rPr>
              <a:t>• giga01 NIC: mlx5_4 (192.165.123.52, NUMA 2) paired with GPU 4</a:t>
            </a:r>
          </a:p>
          <a:p>
            <a:pPr algn="l"/>
            <a:r>
              <a:rPr sz="1300">
                <a:solidFill>
                  <a:srgbClr val="000000"/>
                </a:solidFill>
                <a:latin typeface="Calibri"/>
              </a:rPr>
              <a:t>• B70 NICs: mlx5_0..3, NUMA-local-paired with XPUs</a:t>
            </a:r>
          </a:p>
          <a:p>
            <a:pPr algn="l"/>
            <a:r>
              <a:rPr sz="1300">
                <a:solidFill>
                  <a:srgbClr val="000000"/>
                </a:solidFill>
                <a:latin typeface="Calibri"/>
              </a:rPr>
              <a:t>• GPUDirect RDMA: nvidia_peermem loaded → encoder GPU ↔ PD GPU direct transfer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515600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Models Under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5156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1">
                <a:solidFill>
                  <a:srgbClr val="F2F2F2"/>
                </a:solidFill>
                <a:latin typeface="Calibri"/>
              </a:rPr>
              <a:t>Two multimodal LLMs with very different characteristics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82880"/>
            <a:ext cx="82296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alibri"/>
              </a:rPr>
              <a:t>5 /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457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75120"/>
            <a:ext cx="10058400" cy="1828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Calibri"/>
              </a:rPr>
              <a:t>B70 / H200 Encoder–PD Disagg • Status Report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005840"/>
          <a:ext cx="114300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467360"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Property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Qwen3-VL-32B-Instruct-FP8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Qwen3.5-35B-A3B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46736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Total params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32B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35B (256 experts × top-8)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Activated params/token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32B (dense)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~3B (MoE)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6736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Weights dtype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FP8 (~32 GB)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BF16 (~70 GB)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KV cache dtype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fp8_e4m3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auto (BF16) + Mamba state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6736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Attention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Standard transformer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Hybrid: 30 linear + 10 full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Vision tower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Qwen3-VL ViT (~600M params)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Qwen3.5 ViT (similar)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6736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ViT output dim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[N_tokens × 5120] bf16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[N_tokens × 2048] bf16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Per-request decode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TPOT ~4 ms (FP8)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TPOT ~8 ms (BF16, ~2× pricier)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5440680"/>
            <a:ext cx="1143000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Why both?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760720"/>
            <a:ext cx="11430000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32B-FP8 was the original target (same-host tuning, patch development). 35B-A3B was added to test whether MoE / hybrid-attention / BF16 changes the TP=2 agg story (it does — TP=2 LOSES for 35B).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515600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Workload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5156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1">
                <a:solidFill>
                  <a:srgbClr val="F2F2F2"/>
                </a:solidFill>
                <a:latin typeface="Calibri"/>
              </a:rPr>
              <a:t>Standard 3 sizes × 7 rates × 5 topologies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82880"/>
            <a:ext cx="82296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alibri"/>
              </a:rPr>
              <a:t>6 /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457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75120"/>
            <a:ext cx="10058400" cy="1828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Calibri"/>
              </a:rPr>
              <a:t>B70 / H200 Encoder–PD Disagg • Status Report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960120"/>
          <a:ext cx="114300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396240"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Workload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Images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Resolution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Visual tokens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Embedding size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Body size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39624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4img·768p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1024×768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~3.1k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~127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~17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8img·768p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1024×768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~6.2k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~242 MB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~33 MB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624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8img·1080p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1920×1080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~16.4k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~638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~67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16img·1080p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1920×1080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~32k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~1.3 GB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~134 MB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624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8img·4K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3840×2160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~65k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~5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~67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3520440"/>
            <a:ext cx="566928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Common parameters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840480"/>
            <a:ext cx="5669280" cy="2286000"/>
          </a:xfrm>
          <a:prstGeom prst="rect">
            <a:avLst/>
          </a:prstGeom>
          <a:noFill/>
        </p:spPr>
        <p:txBody>
          <a:bodyPr wrap="square" lIns="36000">
            <a:spAutoFit/>
          </a:bodyPr>
          <a:lstStyle/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Input text: 128 tokens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Output: 256 tokens (1024 for decode-heavy variant)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Bench: np=16 (1E B70) / np=32 (4E and agg)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Rate sweep: 0.10, 0.25, 0.50, 1.0, 1.5, 2.0, 3.0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Random JPEG content per request, fixed seed=0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520440"/>
            <a:ext cx="548640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Limits hit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840480"/>
            <a:ext cx="5669280" cy="2286000"/>
          </a:xfrm>
          <a:prstGeom prst="rect">
            <a:avLst/>
          </a:prstGeom>
          <a:noFill/>
        </p:spPr>
        <p:txBody>
          <a:bodyPr wrap="square" lIns="36000">
            <a:spAutoFit/>
          </a:bodyPr>
          <a:lstStyle/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DYN_TCP_MAX_MESSAGE_SIZE: default 32 MB → set to 256 MB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DYN_HTTP_BODY_LIMIT_MB: default 45 → set to 256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mem_fraction_static: 0.95 → 0.85 (ViT activations)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B70 XPU OOM @ np=32 8img/1080p → np=16 for 1E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16img/1080p triggers GPU OOM at full mem_fraction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000" b="0" i="0">
                <a:solidFill>
                  <a:srgbClr val="2E86C1"/>
                </a:solidFill>
                <a:latin typeface="Calibri"/>
              </a:rPr>
              <a:t>Section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10972800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Qwen3-VL-32B-FP8 — Same-Host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0" i="0">
                <a:solidFill>
                  <a:srgbClr val="F2F2F2"/>
                </a:solidFill>
                <a:latin typeface="Calibri"/>
              </a:rPr>
              <a:t>TP=1 vs TP=2 vs Disagg, 5-rate sweep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0" i="1">
                <a:solidFill>
                  <a:srgbClr val="7F7F7F"/>
                </a:solidFill>
                <a:latin typeface="Calibri"/>
              </a:rPr>
              <a:t>Slides 8–11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515600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32B-FP8 Saturation RPS — Same-Host 3-Way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5156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1">
                <a:solidFill>
                  <a:srgbClr val="F2F2F2"/>
                </a:solidFill>
                <a:latin typeface="Calibri"/>
              </a:rPr>
              <a:t>5-rate sweep, 8 images @ 1080p, np=64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82880"/>
            <a:ext cx="82296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alibri"/>
              </a:rPr>
              <a:t>8 /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457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75120"/>
            <a:ext cx="10058400" cy="1828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Calibri"/>
              </a:rPr>
              <a:t>B70 / H200 Encoder–PD Disagg • Status Report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005840"/>
          <a:ext cx="68580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444137"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Target rate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TP=1 agg (1 GPU)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TP=2 agg NVLink (2 GPU)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Disagg (E + PD, 2 GPU)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444137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0.25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0.25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0.25</a:t>
                      </a:r>
                    </a:p>
                  </a:txBody>
                  <a:tcPr>
                    <a:solidFill>
                      <a:srgbClr val="1E8E3E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0.23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44137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0.46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>
                    <a:solidFill>
                      <a:srgbClr val="1E8E3E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0.23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0.53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0.95</a:t>
                      </a:r>
                    </a:p>
                  </a:txBody>
                  <a:tcPr>
                    <a:solidFill>
                      <a:srgbClr val="1E8E3E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0.26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</a:tr>
              <a:tr h="444137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1.25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0.57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1.13</a:t>
                      </a:r>
                    </a:p>
                  </a:txBody>
                  <a:tcPr>
                    <a:solidFill>
                      <a:srgbClr val="1E8E3E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0.25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</a:tr>
              <a:tr h="444138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Saturation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~0.57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~1.13</a:t>
                      </a:r>
                    </a:p>
                  </a:txBody>
                  <a:tcPr>
                    <a:solidFill>
                      <a:srgbClr val="1E8E3E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~0.27 ⚠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498079" y="1005840"/>
            <a:ext cx="4389120" cy="3108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1097280"/>
            <a:ext cx="411480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500" b="1" i="0">
                <a:solidFill>
                  <a:srgbClr val="1E8E3E"/>
                </a:solidFill>
                <a:latin typeface="Calibri"/>
              </a:rPr>
              <a:t>TP=2 agg dominates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463040"/>
            <a:ext cx="4114800" cy="2560320"/>
          </a:xfrm>
          <a:prstGeom prst="rect">
            <a:avLst/>
          </a:prstGeom>
          <a:noFill/>
        </p:spPr>
        <p:txBody>
          <a:bodyPr wrap="square" lIns="36000">
            <a:spAutoFit/>
          </a:bodyPr>
          <a:lstStyle/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4× the throughput of TP=1 agg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TTFT 6–13× lower at saturation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TPOT 10–15× lower at saturation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All metrics scale gracefully through rate=1.25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Disagg saturation (0.27) &lt; TP=1 (0.57) — 2 GPUs perform worse than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29768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Mean TTFT (ms) — 8 images @ 1080p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466344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304800"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Rate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TP=1 agg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TP=2 agg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Disagg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Disagg vs TP=2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0480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4,279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3,938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12,648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3.2× worse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0.25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5,441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2,776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27,067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9.8× worse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0480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10,867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3,947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114,330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29× worse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30,642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19,491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128,554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6.6× worse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0480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1.25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32,346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12,479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142,956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11.5× worse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515600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32B-FP8 Workload Variations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5156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1">
                <a:solidFill>
                  <a:srgbClr val="F2F2F2"/>
                </a:solidFill>
                <a:latin typeface="Calibri"/>
              </a:rPr>
              <a:t>Disagg never wins on a single tested workload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82880"/>
            <a:ext cx="82296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alibri"/>
              </a:rPr>
              <a:t>9 /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457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75120"/>
            <a:ext cx="10058400" cy="1828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Calibri"/>
              </a:rPr>
              <a:t>B70 / H200 Encoder–PD Disagg • Status Report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005840"/>
          <a:ext cx="114300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447040"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Workload variant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TP=1 agg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TP=2 agg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Disagg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Winner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44704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8 imgs @ 1080p (random, 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TP=2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8 imgs @ 768p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1.9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0.62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TP=2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4704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4 imgs @ 1080p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TP=1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1 img @ 1080p, out=1024, rate=0.5 (decode-heavy)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0.43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0.42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tie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4704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1 img @ 1080p, out=1024, rate=2.0 (decode-heavy)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TP=1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8 imgs @ 1080p (cache-hit, blank imgs)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0.99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TP=1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4704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16 imgs @ 1080p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TP=2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8 imgs @ 4K (extreme ViT)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0.06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0.04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TP=2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5212080"/>
            <a:ext cx="1143000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What we learned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532120"/>
            <a:ext cx="11430000" cy="1097280"/>
          </a:xfrm>
          <a:prstGeom prst="rect">
            <a:avLst/>
          </a:prstGeom>
          <a:noFill/>
        </p:spPr>
        <p:txBody>
          <a:bodyPr wrap="square" lIns="36000">
            <a:spAutoFit/>
          </a:bodyPr>
          <a:lstStyle/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Disagg only ‘wins’ on peak output throughput (+9–22%) — a niche burst-decode metric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More images / higher resolution → LLM gets MORE dominant (O(N²) attention) → disagg gap widens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Cache-hit (encoder amortization) helps both configs equally — does NOT favor disagg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Decode-heavy hypothesis is FALSIFIED: disagg gets worse, not better, with concurrency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515600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Why Disagg Loses on 32B-FP8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5156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1">
                <a:solidFill>
                  <a:srgbClr val="F2F2F2"/>
                </a:solidFill>
                <a:latin typeface="Calibri"/>
              </a:rPr>
              <a:t>Architectural overhead vs measured compute headroom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82880"/>
            <a:ext cx="82296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alibri"/>
              </a:rPr>
              <a:t>10 /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457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75120"/>
            <a:ext cx="10058400" cy="1828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Calibri"/>
              </a:rPr>
              <a:t>B70 / H200 Encoder–PD Disagg • Status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960120"/>
            <a:ext cx="548640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Calibri"/>
              </a:rPr>
              <a:t>Per-request bottleneck breakdown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325880"/>
          <a:ext cx="56692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411480"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TP=1 agg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Disagg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Encoder ViT compute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~1.2 s (inline)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~1.2 s (parallel, hidden)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Embedding handoff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~1–2 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Forward duration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~1.5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~83 s median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Queue wait (sat)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minimal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~112 s median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Per-req total (sat)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~3–5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~196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0" y="960120"/>
            <a:ext cx="548640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Calibri"/>
              </a:rPr>
              <a:t>ViT / (ViT + LLM) fraction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0" y="1325880"/>
          <a:ext cx="54864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11480"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Workload (Qwen3-VL-32B)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ViT %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1 img @ 1080p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&lt;5%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8 imgs @ 1080p (baseline)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~17%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8 imgs @ 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~32%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16 imgs @ 1080p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~25%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50% threshold for ViT-bound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required for disagg to win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365760" y="4023360"/>
            <a:ext cx="11430000" cy="4572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06908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Root cause: 32B LLM is too big relative to the ViT — LLM prefill dominates by 4–25×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617720"/>
            <a:ext cx="11430000" cy="2011680"/>
          </a:xfrm>
          <a:prstGeom prst="rect">
            <a:avLst/>
          </a:prstGeom>
          <a:noFill/>
        </p:spPr>
        <p:txBody>
          <a:bodyPr wrap="square" lIns="36000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Calibri"/>
              </a:rPr>
              <a:t>• Encoder GPU sits at 1.8 GB / 143 GB used (1.3% utilized) — wasted</a:t>
            </a:r>
          </a:p>
          <a:p>
            <a:pPr algn="l"/>
            <a:r>
              <a:rPr sz="1300">
                <a:solidFill>
                  <a:srgbClr val="000000"/>
                </a:solidFill>
                <a:latin typeface="Calibri"/>
              </a:rPr>
              <a:t>• Disagg PD does ALL the compute that TP=1 agg does, PLUS encoder handoff overhead</a:t>
            </a:r>
          </a:p>
          <a:p>
            <a:pPr algn="l"/>
            <a:r>
              <a:rPr sz="1300">
                <a:solidFill>
                  <a:srgbClr val="000000"/>
                </a:solidFill>
                <a:latin typeface="Calibri"/>
              </a:rPr>
              <a:t>• Embedding-integration small batches: 46% of prefill events at &lt;200 tok/s (vs 11k peak)</a:t>
            </a:r>
          </a:p>
          <a:p>
            <a:pPr algn="l"/>
            <a:r>
              <a:rPr sz="1300">
                <a:solidFill>
                  <a:srgbClr val="000000"/>
                </a:solidFill>
                <a:latin typeface="Calibri"/>
              </a:rPr>
              <a:t>• Encoder→PD round-trip ~1–2 s fixed, regardless of LLM-vs-ViT ratio</a:t>
            </a:r>
          </a:p>
          <a:p>
            <a:pPr algn="l"/>
            <a:r>
              <a:rPr sz="1300">
                <a:solidFill>
                  <a:srgbClr val="000000"/>
                </a:solidFill>
                <a:latin typeface="Calibri"/>
              </a:rPr>
              <a:t>• More PD compute (TP=2 PD = 3 GPUs) gave ZERO uplift — bottleneck is upstream of compute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515600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Per-Request Hand-off (~11.5 s floor)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5156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1">
                <a:solidFill>
                  <a:srgbClr val="F2F2F2"/>
                </a:solidFill>
                <a:latin typeface="Calibri"/>
              </a:rPr>
              <a:t>Why 2 GPUs in disagg &lt; 1 GPU in agg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82880"/>
            <a:ext cx="82296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alibri"/>
              </a:rPr>
              <a:t>11 /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457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75120"/>
            <a:ext cx="10058400" cy="1828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Calibri"/>
              </a:rPr>
              <a:t>B70 / H200 Encoder–PD Disagg • Status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Concrete trace from PD-TP=2 disagg, request c74cb9d2 (idle system):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11430000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1124712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0B2A4A"/>
                </a:solidFill>
                <a:latin typeface="Consolas"/>
              </a:rPr>
              <a:t>06:41:20.221  [encoder]  request received
06:41:23.835  [encoder]  ViT done, sending to PD          ← 3.6 s of useful ViT
06:41:23.838  [PD]       request received from encoder
06:41:35.388  [PD]       first prefill batch starts        ← 11.5 s GAP HERE
06:41:35.421  [PD]       second prefill chunk
06:41:35.871  [PD]       request completed                  ← 0.5 s of LLM compute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703320"/>
            <a:ext cx="1143000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Inside the 11.5 s — what's happening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069080"/>
            <a:ext cx="11430000" cy="2286000"/>
          </a:xfrm>
          <a:prstGeom prst="rect">
            <a:avLst/>
          </a:prstGeom>
          <a:noFill/>
        </p:spPr>
        <p:txBody>
          <a:bodyPr wrap="square" lIns="36000">
            <a:spAutoFit/>
          </a:bodyPr>
          <a:lstStyle/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Encoder side: torch.cuda.synchronize() (global barrier)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Encoder side: embeddings.clone().detach() — 160 MB GPU memcpy (stage_embeddings=False)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NIXL create_readable() — register memory + RDMA metadata setup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dynamo TCP request plane — encoder → PD metadata hop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PD: KV slot allocation, mm_item construction, scheduler enqueue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PD: NIXL begin_read() + wait_for_completion() — pulls bytes back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Python async overhead between every step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6355080"/>
            <a:ext cx="11430000" cy="228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327648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Net effect: TP=1 agg 0.52 RPS (1 GPU)  vs  Disagg 0.23 RPS (2 GPUs)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000" b="0" i="0">
                <a:solidFill>
                  <a:srgbClr val="2E86C1"/>
                </a:solidFill>
                <a:latin typeface="Calibri"/>
              </a:rPr>
              <a:t>Section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10972800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Patch Investigation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0" i="0">
                <a:solidFill>
                  <a:srgbClr val="F2F2F2"/>
                </a:solidFill>
                <a:latin typeface="Calibri"/>
              </a:rPr>
              <a:t>5 rounds of patches — what worked, what didn't, why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0" i="1">
                <a:solidFill>
                  <a:srgbClr val="7F7F7F"/>
                </a:solidFill>
                <a:latin typeface="Calibri"/>
              </a:rPr>
              <a:t>Slides 13–14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515600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Patch Rounds 1–3: Encoder-side &amp;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5156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1">
                <a:solidFill>
                  <a:srgbClr val="F2F2F2"/>
                </a:solidFill>
                <a:latin typeface="Calibri"/>
              </a:rPr>
              <a:t>All failed to move the needle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82880"/>
            <a:ext cx="82296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alibri"/>
              </a:rPr>
              <a:t>13 /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457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75120"/>
            <a:ext cx="10058400" cy="1828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Calibri"/>
              </a:rPr>
              <a:t>B70 / H200 Encoder–PD Disagg • Status Report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960120"/>
          <a:ext cx="11430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548640"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Round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Change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54864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no patches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RPS 0.24, TTFT 230s, TPOT 57ms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1a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stage_embeddings=True (unsafe)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RPS 0.16, TPOT 414ms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WORSE — tensor freed mid-NIXL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</a:tr>
              <a:tr h="54864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1b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1a + queue lifecycle (vLLM-style)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RPS 0.16, TPOT 421ms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WORSE — encoder feeds, PD can't keep up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</a:tr>
              <a:tr h="54864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1c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1b + stream-scoped CUDA sync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RPS 0.16, TPOT 421ms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NO CHANGE — confirms encoder isn't bottleneck</a:t>
                      </a:r>
                    </a:p>
                  </a:txBody>
                  <a:tcPr>
                    <a:solidFill>
                      <a:srgbClr val="D98826"/>
                    </a:solidFill>
                  </a:tcPr>
                </a:tc>
              </a:tr>
              <a:tr h="54864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Remove cuda_ipc from UCX_TLS (RDMA-only)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RPS 0.16, TTFT 145s, TPOT 412ms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NO CHANGE — transport irrelevant; CPU bounce persists</a:t>
                      </a:r>
                    </a:p>
                  </a:txBody>
                  <a:tcPr>
                    <a:solidFill>
                      <a:srgbClr val="D9882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4434840"/>
            <a:ext cx="1143000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Key 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800600"/>
            <a:ext cx="11430000" cy="1828800"/>
          </a:xfrm>
          <a:prstGeom prst="rect">
            <a:avLst/>
          </a:prstGeom>
          <a:noFill/>
        </p:spPr>
        <p:txBody>
          <a:bodyPr wrap="square" lIns="36000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Calibri"/>
              </a:rPr>
              <a:t>• The encoder side is NOT the bottleneck — speeding it up just fills PD's intake queue</a:t>
            </a:r>
          </a:p>
          <a:p>
            <a:pPr algn="l"/>
            <a:r>
              <a:rPr sz="1300">
                <a:solidFill>
                  <a:srgbClr val="000000"/>
                </a:solidFill>
                <a:latin typeface="Calibri"/>
              </a:rPr>
              <a:t>• Removing cuda_ipc from UCX_TLS proves the bottleneck is descriptor placement, not transport</a:t>
            </a:r>
          </a:p>
          <a:p>
            <a:pPr algn="l"/>
            <a:r>
              <a:rPr sz="1300">
                <a:solidFill>
                  <a:srgbClr val="000000"/>
                </a:solidFill>
                <a:latin typeface="Calibri"/>
              </a:rPr>
              <a:t>• The CPU bounce persists at the Python-level allocation in embedding_transfer.py:915 — defaulted to CPU</a:t>
            </a:r>
          </a:p>
          <a:p>
            <a:pPr algn="l"/>
            <a:r>
              <a:rPr sz="1300">
                <a:solidFill>
                  <a:srgbClr val="000000"/>
                </a:solidFill>
                <a:latin typeface="Calibri"/>
              </a:rPr>
              <a:t>• vLLM backend has cleaner code (stage_embeddings + lifecycle queue) but doesn't fix the structural floor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515600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Round 4–5: GPU Descriptor 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5156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1">
                <a:solidFill>
                  <a:srgbClr val="F2F2F2"/>
                </a:solidFill>
                <a:latin typeface="Calibri"/>
              </a:rPr>
              <a:t>The actual fix — and why it OOMs without coordination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82880"/>
            <a:ext cx="82296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alibri"/>
              </a:rPr>
              <a:t>14 /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457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75120"/>
            <a:ext cx="10058400" cy="1828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Calibri"/>
              </a:rPr>
              <a:t>B70 / H200 Encoder–PD Disagg • Status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Patch in embedding_transfer.py:919 (PD receive side)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11430000" cy="1554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112471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2A4A"/>
                </a:solidFill>
                <a:latin typeface="Consolas"/>
              </a:rPr>
              <a:t># BEFORE (defaults to CPU memory):
encodings_tensor = torch.zeros(*embeddings_shape, dtype=embeddings_dtype)
# AFTER (PATCH):
encodings_tensor = torch.zeros(
    *embeddings_shape,
    dtype=embeddings_dtype,
    device=_nixl_buffer_device(),  # returns cuda:0 / xpu:0 / cpu fallback
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017520"/>
            <a:ext cx="1143000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Same-host smoke test results (8img/1080p @ rate=1.0)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383280"/>
          <a:ext cx="11430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365760"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Configuration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RPS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TTFT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36576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Round 2a: same-host, mem-fraction=0.85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47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5/32 succeeded → OOM</a:t>
                      </a:r>
                    </a:p>
                  </a:txBody>
                  <a:tcPr>
                    <a:solidFill>
                      <a:srgbClr val="D98826"/>
                    </a:solidFill>
                  </a:tcPr>
                </a:tc>
              </a:tr>
              <a:tr h="36576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Round 4 v1: mem-fraction=0.78, max-running=32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FAIL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OOM at startup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</a:tr>
              <a:tr h="36576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Round 4 v2: mem-fraction=0.70, max-running=16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FAIL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Still OOM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</a:tr>
              <a:tr h="36576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Round 5 v1: cross-host UCX, mf=0.92, mr=64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34.7 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OOM after 14 reqs</a:t>
                      </a:r>
                    </a:p>
                  </a:txBody>
                  <a:tcPr>
                    <a:solidFill>
                      <a:srgbClr val="D98826"/>
                    </a:solidFill>
                  </a:tcPr>
                </a:tc>
              </a:tr>
              <a:tr h="36576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Round 5 v2: cross-host UCX, mf=0.65, mr=64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22.9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OOM after 45 reqs</a:t>
                      </a:r>
                    </a:p>
                  </a:txBody>
                  <a:tcPr>
                    <a:solidFill>
                      <a:srgbClr val="D98826"/>
                    </a:solidFill>
                  </a:tcPr>
                </a:tc>
              </a:tr>
              <a:tr h="36576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Round 5 v3: cross-host UCX, mf=0.50, mr=32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0.51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26.6 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OOM after 36 reqs</a:t>
                      </a:r>
                    </a:p>
                  </a:txBody>
                  <a:tcPr>
                    <a:solidFill>
                      <a:srgbClr val="D98826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365760" y="6080760"/>
            <a:ext cx="11430000" cy="45720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Patch is structurally correct (4–5× per-req speedup) BUT needs coordinated GPU memory budget — multi-day fix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000" b="0" i="0">
                <a:solidFill>
                  <a:srgbClr val="2E86C1"/>
                </a:solidFill>
                <a:latin typeface="Calibri"/>
              </a:rPr>
              <a:t>Section 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10972800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Cross-Host (B70 → giga01)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0" i="0">
                <a:solidFill>
                  <a:srgbClr val="F2F2F2"/>
                </a:solidFill>
                <a:latin typeface="Calibri"/>
              </a:rPr>
              <a:t>1E vs 4E, GPUDirect-RDMA patch end-to-end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0" i="1">
                <a:solidFill>
                  <a:srgbClr val="7F7F7F"/>
                </a:solidFill>
                <a:latin typeface="Calibri"/>
              </a:rPr>
              <a:t>Slides 16–20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515600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Cross-Host Topology (B70 ↔ giga01)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5156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1">
                <a:solidFill>
                  <a:srgbClr val="F2F2F2"/>
                </a:solidFill>
                <a:latin typeface="Calibri"/>
              </a:rPr>
              <a:t>Encoder on Intel Battlemage, PD on NVIDIA H200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82880"/>
            <a:ext cx="82296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alibri"/>
              </a:rPr>
              <a:t>16 /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457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75120"/>
            <a:ext cx="10058400" cy="1828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Calibri"/>
              </a:rPr>
              <a:t>B70 / H200 Encoder–PD Disagg • Status Report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5029200" cy="3200400"/>
          </a:xfrm>
          <a:prstGeom prst="rect">
            <a:avLst/>
          </a:prstGeom>
          <a:solidFill>
            <a:srgbClr val="F2F2F2"/>
          </a:solidFill>
          <a:ln w="635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43000"/>
            <a:ext cx="5029200" cy="3200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 i="0">
                <a:solidFill>
                  <a:srgbClr val="0B2A4A"/>
                </a:solidFill>
                <a:latin typeface="Calibri"/>
              </a:rPr>
              <a:t>B70 host (sc09giga01-b70)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173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 i="1">
                <a:solidFill>
                  <a:srgbClr val="7F7F7F"/>
                </a:solidFill>
                <a:latin typeface="Calibri"/>
              </a:rPr>
              <a:t>Intel Battlemage XPUs (32 GB each)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828800"/>
            <a:ext cx="1051560" cy="64008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874520"/>
            <a:ext cx="1051560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XPU 0
Enc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91640" y="1828800"/>
            <a:ext cx="1051560" cy="64008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91640" y="1874520"/>
            <a:ext cx="1051560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XPU 1
Enc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88920" y="1828800"/>
            <a:ext cx="1051560" cy="64008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1874520"/>
            <a:ext cx="1051560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XPU 2
Enc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86200" y="1828800"/>
            <a:ext cx="1051560" cy="64008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86200" y="1874520"/>
            <a:ext cx="1051560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XPU 3
Enc 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2606040"/>
            <a:ext cx="228600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651760"/>
            <a:ext cx="228600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mlx5_0 (192.165.123.40)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71800" y="2606040"/>
            <a:ext cx="228600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2651760"/>
            <a:ext cx="228600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mlx5_1 (192.165.123.38)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200400"/>
            <a:ext cx="4572000" cy="9144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• --encoder-only (avoids 33 GB FP8 LM weights)
• mem-fraction-static=0.5
• UCX_TLS=ze_copy,rc,tcp
• NIXL_USE_CPU_HOST_MEMORY removed
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0" y="2194560"/>
            <a:ext cx="1188720" cy="91440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0" y="2240280"/>
            <a:ext cx="118872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RoCE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2606040"/>
            <a:ext cx="118872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100/400
Gb/s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0" y="1097280"/>
            <a:ext cx="5029200" cy="3200400"/>
          </a:xfrm>
          <a:prstGeom prst="rect">
            <a:avLst/>
          </a:prstGeom>
          <a:solidFill>
            <a:srgbClr val="F2F2F2"/>
          </a:solidFill>
          <a:ln w="635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1143000"/>
            <a:ext cx="5029200" cy="3200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 i="0">
                <a:solidFill>
                  <a:srgbClr val="0B2A4A"/>
                </a:solidFill>
                <a:latin typeface="Calibri"/>
              </a:rPr>
              <a:t>giga01 (sc09super21-h200)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14173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 i="1">
                <a:solidFill>
                  <a:srgbClr val="7F7F7F"/>
                </a:solidFill>
                <a:latin typeface="Calibri"/>
              </a:rPr>
              <a:t>NVIDIA H200 (8 GPUs, 143 GB each)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0960" y="1828800"/>
            <a:ext cx="3200400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0" y="1874520"/>
            <a:ext cx="3200400" cy="6858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GPU 4 — PD worker
Qwen3-VL-32B-FP8 / 35B-A3B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80960" y="2697480"/>
            <a:ext cx="3200400" cy="4114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0" y="2743200"/>
            <a:ext cx="3200400" cy="3200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mlx5_4:1 (192.165.123.52, NUMA 2)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3200400"/>
            <a:ext cx="4572000" cy="9144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• --multimodal-worker (PD only)
• mem-fraction-static=0.65–0.92
• max-running-requests=40–64
• PATCH: device=_nixl_buffer_device() at line 882, 919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4572000"/>
            <a:ext cx="1143000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Critical environment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4937760"/>
            <a:ext cx="11430000" cy="1554480"/>
          </a:xfrm>
          <a:prstGeom prst="rect">
            <a:avLst/>
          </a:prstGeom>
          <a:noFill/>
        </p:spPr>
        <p:txBody>
          <a:bodyPr wrap="square" lIns="36000">
            <a:spAutoFit/>
          </a:bodyPr>
          <a:lstStyle/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DYN_TCP_MAX_MESSAGE_SIZE=268435456 (256 MB) — required for 638 MB embeddings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DYN_HTTP_BODY_LIMIT_MB=256 — frontend HTTP body limit (default 45 MB rejects &gt;67 MB)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DYN_SGL_EMBEDDING_TRANSFER_MODE=nixl-read (was DYN_VLLM_*  — silent env-var bug fixed)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Control plane: NATS at 14222, etcd at 12379, frontend at 7001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515600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B70 1E vs 4E Saturation (32B-FP8)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5156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1">
                <a:solidFill>
                  <a:srgbClr val="F2F2F2"/>
                </a:solidFill>
                <a:latin typeface="Calibri"/>
              </a:rPr>
              <a:t>Encoder ViT on Battlemage XPU is the binding bottleneck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82880"/>
            <a:ext cx="82296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alibri"/>
              </a:rPr>
              <a:t>17 /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457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75120"/>
            <a:ext cx="10058400" cy="1828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Calibri"/>
              </a:rPr>
              <a:t>B70 / H200 Encoder–PD Disagg • Status Report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96012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457200"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Workload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Embed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B70 1E (np=16)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B70 4E (np=32)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1E / 4E ratio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TP=1 agg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45720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4 imgs / 768p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127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0.40 RPS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1.33 RPS</a:t>
                      </a:r>
                    </a:p>
                  </a:txBody>
                  <a:tcPr>
                    <a:solidFill>
                      <a:srgbClr val="1E8E3E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2.7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8 imgs / 768p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242 MB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0.21 RPS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0.66 RPS</a:t>
                      </a:r>
                    </a:p>
                  </a:txBody>
                  <a:tcPr>
                    <a:solidFill>
                      <a:srgbClr val="1E8E3E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32%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1.5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8 imgs / 1080p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638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0.037 RPS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0.13 RPS</a:t>
                      </a:r>
                    </a:p>
                  </a:txBody>
                  <a:tcPr>
                    <a:solidFill>
                      <a:srgbClr val="1E8E3E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0.47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2971800"/>
            <a:ext cx="1143000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Sub-saturation TTFT median (rate=0.10) — single-request encoder time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3337560"/>
          <a:ext cx="114300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411480"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Workload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TP=1 agg same-host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TP=2 agg same-host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B70 1E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B70 4E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4 imgs / 768p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0.8 s</a:t>
                      </a:r>
                    </a:p>
                  </a:txBody>
                  <a:tcPr>
                    <a:solidFill>
                      <a:srgbClr val="1E8E3E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1.0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3.6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3.5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8 imgs / 768p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1.6 s</a:t>
                      </a:r>
                    </a:p>
                  </a:txBody>
                  <a:tcPr>
                    <a:solidFill>
                      <a:srgbClr val="1E8E3E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1.7 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9.5 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6.9 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8 imgs / 1080p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8.1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3.5 s</a:t>
                      </a:r>
                    </a:p>
                  </a:txBody>
                  <a:tcPr>
                    <a:solidFill>
                      <a:srgbClr val="1E8E3E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309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55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65760" y="5120640"/>
            <a:ext cx="1143000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Conclusions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486400"/>
            <a:ext cx="11430000" cy="1371600"/>
          </a:xfrm>
          <a:prstGeom prst="rect">
            <a:avLst/>
          </a:prstGeom>
          <a:noFill/>
        </p:spPr>
        <p:txBody>
          <a:bodyPr wrap="square" lIns="36000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Calibri"/>
              </a:rPr>
              <a:t>• 1E is ~30% of 4E throughput across all workloads (sub-linear due to non-ViT overhead)</a:t>
            </a:r>
          </a:p>
          <a:p>
            <a:pPr algn="l"/>
            <a:r>
              <a:rPr sz="1300">
                <a:solidFill>
                  <a:srgbClr val="000000"/>
                </a:solidFill>
                <a:latin typeface="Calibri"/>
              </a:rPr>
              <a:t>• B70 1E 8img/1080p is unusable: 309 s TTFT even at rate=0.1</a:t>
            </a:r>
          </a:p>
          <a:p>
            <a:pPr algn="l"/>
            <a:r>
              <a:rPr sz="1300">
                <a:solidFill>
                  <a:srgbClr val="000000"/>
                </a:solidFill>
                <a:latin typeface="Calibri"/>
              </a:rPr>
              <a:t>• B70 4E gives 3× speedup but still 5× behind same-host TP=1 agg on TTFT</a:t>
            </a:r>
          </a:p>
          <a:p>
            <a:pPr algn="l"/>
            <a:r>
              <a:rPr sz="1300">
                <a:solidFill>
                  <a:srgbClr val="000000"/>
                </a:solidFill>
                <a:latin typeface="Calibri"/>
              </a:rPr>
              <a:t>• Encoder ViT on Battlemage XPU via triton_attn is the universal bottleneck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515600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GPUDirect-RDMA Patches (encoder + PD)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5156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1">
                <a:solidFill>
                  <a:srgbClr val="F2F2F2"/>
                </a:solidFill>
                <a:latin typeface="Calibri"/>
              </a:rPr>
              <a:t>Two-site change to remove the CPU bounce end-to-end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82880"/>
            <a:ext cx="82296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alibri"/>
              </a:rPr>
              <a:t>18 /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457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75120"/>
            <a:ext cx="10058400" cy="1828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Calibri"/>
              </a:rPr>
              <a:t>B70 / H200 Encoder–PD Disagg • Status Report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5669280" cy="2286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51560"/>
            <a:ext cx="566928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 i="0">
                <a:solidFill>
                  <a:srgbClr val="0B2A4A"/>
                </a:solidFill>
                <a:latin typeface="Calibri"/>
              </a:rPr>
              <a:t>Encoder side: b70_xpu_nixl.patch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5486400" cy="18288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File: encode_worker_handler.py
Two sites:
  ① _encode_with_cache (cached path)
  ② else branch (non-cached, default!)
BEFORE:  target_device = torch.device('cpu')
AFTER:   target_device = _nixl_buffer_device()
Required: remove NIXL_USE_CPU_HOST_MEMORY=1
Required: add --encoder-only (32 GB B70 OOM)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005840"/>
            <a:ext cx="5394960" cy="2286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051560"/>
            <a:ext cx="539496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 i="0">
                <a:solidFill>
                  <a:srgbClr val="0B2A4A"/>
                </a:solidFill>
                <a:latin typeface="Calibri"/>
              </a:rPr>
              <a:t>PD side: h200_cuda_nixl.patch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417320"/>
            <a:ext cx="5212080" cy="18288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File: embedding_transfer.py
Two sites:
  ① line 882 (warmedup pool init)
  ② line 919 (dynamic alloc fallback ★)
BEFORE:  torch.zeros(*shape, dtype=...)  # CPU
AFTER:   torch.zeros(*shape, dtype=...,
            device=_nixl_buffer_device())
Effect: NIC writes directly into PD GPU HBM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520440"/>
            <a:ext cx="1143000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Verification under DYN_LOG=debug — actual ReadOperation log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886200"/>
            <a:ext cx="11430000" cy="1554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931920"/>
            <a:ext cx="112471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2A4A"/>
                </a:solidFill>
                <a:latin typeface="Consolas"/>
              </a:rPr>
              <a:t>ReadOperation(operation_kind=READ,
  local_descriptors=ptr=0x7c2056a00000, size=66846720, device=cuda:0,   ← PD side
  remote_descriptors=ptr=0x74a690000000, size=66846720, device=cuda:0,  ← encoder side
  notification_key='32226b7d-...',
  remote='5e6b558a76cd446c9acd897e80f96b5c-1',
  status='DONE')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623560"/>
            <a:ext cx="11430000" cy="54864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66928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Result: 65/65 transfers showed device=cuda:0 on both ends. Zero CPU bounces. True GPUDirect RDMA confirmed.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515600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Encoder Time Breakdown (B70, 4-image)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5156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1">
                <a:solidFill>
                  <a:srgbClr val="F2F2F2"/>
                </a:solidFill>
                <a:latin typeface="Calibri"/>
              </a:rPr>
              <a:t>Where the per-request 4.6 s actually goes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82880"/>
            <a:ext cx="82296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alibri"/>
              </a:rPr>
              <a:t>19 /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457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75120"/>
            <a:ext cx="10058400" cy="1828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Calibri"/>
              </a:rPr>
              <a:t>B70 / H200 Encoder–PD Disagg • Status Report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960120"/>
          <a:ext cx="114300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402336"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Code path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Median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% of total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402336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setup_ms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JSON parse + MultiModalGroup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0.20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&lt;0.01%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pure_encode_ms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ViT forward on XPU (★ bottleneck)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2,634 ms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57.5%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</a:tr>
              <a:tr h="402336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patch_to_xpu_ms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CPU→XPU memcpy (the patch)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25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nixl_setup_ms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register_memory + create_readable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2.1 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0.05%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pd_call_ms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round_robin → PD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9.8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pd_ttft_ms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PD prefill + first-token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1,258 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27.4%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pd_stream_ms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decode tokens streaming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1,824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39.8%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nixl_wait_ms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transfer_future completion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0.50 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0.01%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TOTAL median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4,582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65760" y="5166360"/>
            <a:ext cx="11430000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21208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Two key observations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532120"/>
            <a:ext cx="11247120" cy="1005840"/>
          </a:xfrm>
          <a:prstGeom prst="rect">
            <a:avLst/>
          </a:prstGeom>
          <a:noFill/>
        </p:spPr>
        <p:txBody>
          <a:bodyPr wrap="square" lIns="36000">
            <a:spAutoFit/>
          </a:bodyPr>
          <a:lstStyle/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Vision tower self.visual(...) at qwen3_vl.py:1210 is 58% of total — Battlemage XPU triton_attn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NIXL handshake + wire is 1–4 ms warm — invisible at this workload scale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Patch is approximately neutral on encoder wall-clock (CPU→XPU copy ≈ NIXL register savings)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515600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ViT Forward Pass IS the Bottleneck (B70)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5156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1">
                <a:solidFill>
                  <a:srgbClr val="F2F2F2"/>
                </a:solidFill>
                <a:latin typeface="Calibri"/>
              </a:rPr>
              <a:t>Confirmed by 1E↔4E scaling and PD-side idle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82880"/>
            <a:ext cx="82296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alibri"/>
              </a:rPr>
              <a:t>20 /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457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75120"/>
            <a:ext cx="10058400" cy="1828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Calibri"/>
              </a:rPr>
              <a:t>B70 / H200 Encoder–PD Disagg • Status Report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96012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457200"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Workload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B70 1E ViT median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PD forward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PD idle %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45720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4 imgs / 768p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1.41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0.82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8 imgs / 768p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3.47 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0.89 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80%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8 imgs / 1080p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25.6 s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0.99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96%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2971800"/>
            <a:ext cx="1143000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Predicted vs measured saturation RPS — model fully explained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337560"/>
            <a:ext cx="11430000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383280"/>
            <a:ext cx="11247120" cy="12801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0B2A4A"/>
                </a:solidFill>
                <a:latin typeface="Calibri"/>
              </a:rPr>
              <a:t>  Sat RPS = 1 / (encoder ViT + PD forward)
  4 imgs / 768p:    1 / (1.41 + 0.82)  = 0.448   measured 0.45  ✓
  8 imgs / 768p:    1 / (3.47 + 0.89)  = 0.229   measured 0.23  ✓
  8 imgs / 1080p:   1 / (25.6 + 0.99)  = 0.0376  measured 0.038 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892040"/>
            <a:ext cx="1143000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What would actually move the needle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257800"/>
            <a:ext cx="11430000" cy="1371600"/>
          </a:xfrm>
          <a:prstGeom prst="rect">
            <a:avLst/>
          </a:prstGeom>
          <a:noFill/>
        </p:spPr>
        <p:txBody>
          <a:bodyPr wrap="square" lIns="36000">
            <a:spAutoFit/>
          </a:bodyPr>
          <a:lstStyle/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Faster encoder (H100/H200 instead of B70): ~10× ViT speedup → ~10× throughput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More B70 encoders (8E vs 4E): ~2× throughput, modulo NUMA / NIC contention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Smaller resolution / fewer images: 1080p → 768p drops encoder cost ~7×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PD-side tuning (TP=2, max-running, KV dtype): NO HELP — PD is already idle 63–96%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000" b="0" i="0">
                <a:solidFill>
                  <a:srgbClr val="2E86C1"/>
                </a:solidFill>
                <a:latin typeface="Calibri"/>
              </a:rPr>
              <a:t>Section 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10972800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Qwen3.5-35B-A3B (BF16 MoE)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0" i="0">
                <a:solidFill>
                  <a:srgbClr val="F2F2F2"/>
                </a:solidFill>
                <a:latin typeface="Calibri"/>
              </a:rPr>
              <a:t>5-way comparison + dell06 H200 encoder breakthrough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0" i="1">
                <a:solidFill>
                  <a:srgbClr val="7F7F7F"/>
                </a:solidFill>
                <a:latin typeface="Calibri"/>
              </a:rPr>
              <a:t>Slides 22–26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515600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35B Cross-Host Saturation (B70 1E and 4E)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5156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1">
                <a:solidFill>
                  <a:srgbClr val="F2F2F2"/>
                </a:solidFill>
                <a:latin typeface="Calibri"/>
              </a:rPr>
              <a:t>Same encoder bottleneck story as 32B — within 10% RPS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82880"/>
            <a:ext cx="82296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alibri"/>
              </a:rPr>
              <a:t>22 /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457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75120"/>
            <a:ext cx="10058400" cy="1828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Calibri"/>
              </a:rPr>
              <a:t>B70 / H200 Encoder–PD Disagg • Status Report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96012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457200"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Workload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35B B70 1E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35B B70 4E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32B-FP8 1E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32B-FP8 4E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35B / 32B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45720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4 imgs / 768p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0.44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1.55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0.40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1.33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1.10×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8 imgs / 768p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0.23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0.83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0.21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0.66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1.10×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8 imgs / 1080p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0.038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0.147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0.037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0.13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1.03×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2926080"/>
            <a:ext cx="1143000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Why 35B almost matches 32B-FP8 throughput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91840"/>
            <a:ext cx="11430000" cy="2286000"/>
          </a:xfrm>
          <a:prstGeom prst="rect">
            <a:avLst/>
          </a:prstGeom>
          <a:noFill/>
        </p:spPr>
        <p:txBody>
          <a:bodyPr wrap="square" lIns="36000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Calibri"/>
              </a:rPr>
              <a:t>• Both share the same B70 XPU encoder — ViT compute is the universal binder</a:t>
            </a:r>
          </a:p>
          <a:p>
            <a:pPr algn="l"/>
            <a:r>
              <a:rPr sz="1300">
                <a:solidFill>
                  <a:srgbClr val="000000"/>
                </a:solidFill>
                <a:latin typeface="Calibri"/>
              </a:rPr>
              <a:t>• 35B PD-side (BF16 MoE A3B) has only ~3B activated params per token</a:t>
            </a:r>
          </a:p>
          <a:p>
            <a:pPr algn="l"/>
            <a:r>
              <a:rPr sz="1300">
                <a:solidFill>
                  <a:srgbClr val="000000"/>
                </a:solidFill>
                <a:latin typeface="Calibri"/>
              </a:rPr>
              <a:t>• PD decode is fast: TPOT ~5 ms; PD forward typically &lt;1 s for 8 imgs</a:t>
            </a:r>
          </a:p>
          <a:p>
            <a:pPr algn="l"/>
            <a:r>
              <a:rPr sz="1300">
                <a:solidFill>
                  <a:srgbClr val="000000"/>
                </a:solidFill>
                <a:latin typeface="Calibri"/>
              </a:rPr>
              <a:t>• PD utilization 63–96% IDLE waiting for next encoder embedding — same as 32B</a:t>
            </a:r>
          </a:p>
          <a:p>
            <a:pPr algn="l"/>
            <a:r>
              <a:rPr sz="1300">
                <a:solidFill>
                  <a:srgbClr val="000000"/>
                </a:solidFill>
                <a:latin typeface="Calibri"/>
              </a:rPr>
              <a:t>• 35B encoder also more memory-frugal: ran np=32 cleanly (32B-FP8 needed np=16)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669280"/>
            <a:ext cx="11430000" cy="64008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5715000"/>
            <a:ext cx="10972800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Insight: For cross-host disagg with B70 encoders, the PD model size barely matters. Encoder pool throughput sets the ceiling.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515600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35B 4E Bottleneck Has SHIFTED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5156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1">
                <a:solidFill>
                  <a:srgbClr val="F2F2F2"/>
                </a:solidFill>
                <a:latin typeface="Calibri"/>
              </a:rPr>
              <a:t>First time PD ever batches concurrent requests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82880"/>
            <a:ext cx="82296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alibri"/>
              </a:rPr>
              <a:t>23 /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457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75120"/>
            <a:ext cx="10058400" cy="1828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Calibri"/>
              </a:rPr>
              <a:t>B70 / H200 Encoder–PD Disagg • Status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960120"/>
            <a:ext cx="566928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1E (4img/768p) — encoder serial bottleneck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325880"/>
          <a:ext cx="56692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</a:tblGrid>
              <a:tr h="308610"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0861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Saturation RPS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PD queue_med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0.4 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0861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PD forward median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820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Inter-completion gap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2.22 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0861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PD utilization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running-req &gt; 1 events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 / 4160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0861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max queue-req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0" y="960120"/>
            <a:ext cx="548640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1E8E3E"/>
                </a:solidFill>
                <a:latin typeface="Calibri"/>
              </a:rPr>
              <a:t>4E (4img/768p) — encoder pipeline cadence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0" y="1325880"/>
          <a:ext cx="54864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08610"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E8E3E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1E8E3E"/>
                    </a:solidFill>
                  </a:tcPr>
                </a:tc>
              </a:tr>
              <a:tr h="30861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Saturation RPS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PD queue_med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0.26 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0861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PD forward median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1055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Inter-completion gap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0.43 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0861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PD utilization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245% (batched)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running-req &gt; 1 events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2/3 of decode batches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0861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max queue-req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4023360"/>
            <a:ext cx="1143000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What changed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389120"/>
            <a:ext cx="11430000" cy="2194560"/>
          </a:xfrm>
          <a:prstGeom prst="rect">
            <a:avLst/>
          </a:prstGeom>
          <a:noFill/>
        </p:spPr>
        <p:txBody>
          <a:bodyPr wrap="square" lIns="36000">
            <a:spAutoFit/>
          </a:bodyPr>
          <a:lstStyle/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4 parallel encoders deliver requests at ~0.58 s mean inter-arrival on PD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PD now genuinely batches: 46% running-req=1, 40% =2, 14% =3 at saturation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12% loss vs perfect 4× scaling (1.55 vs theoretical 1.76 RPS) = ~150 ms NIXL overhead per request that doesn't overlap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PD compute is NOT saturated — running-req never reaches max-running=40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Cross-host RoCE NIXL handoff is only ~150 ms — vs ~11.5 s same-host floor for 32B-FP8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Bottleneck has shifted from single-XPU ViT to encoder→PD pipeline cadence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515600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Breakthrough: dell06 H200 Encoder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5156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1">
                <a:solidFill>
                  <a:srgbClr val="F2F2F2"/>
                </a:solidFill>
                <a:latin typeface="Calibri"/>
              </a:rPr>
              <a:t>22× speedup over B70 1E baseline — encoder hardware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82880"/>
            <a:ext cx="82296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alibri"/>
              </a:rPr>
              <a:t>24 /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457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75120"/>
            <a:ext cx="10058400" cy="1828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Calibri"/>
              </a:rPr>
              <a:t>B70 / H200 Encoder–PD Disagg • Status Report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960120"/>
          <a:ext cx="114300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475488"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Workload (rate=1.0)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B70 1E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B70 4E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dell06 1E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dell06 / B70_1E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dell06 / B70_4E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475488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4 imgs / 768p (RPS)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&gt;2.49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&gt;5.7×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&gt;1.6×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8 imgs / 768p (RPS)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0.83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2.52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11.0×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3.0×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8 imgs / 1080p (RPS)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0.038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0.147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22.4×</a:t>
                      </a:r>
                    </a:p>
                  </a:txBody>
                  <a:tcPr>
                    <a:solidFill>
                      <a:srgbClr val="1E8E3E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5.8×</a:t>
                      </a:r>
                    </a:p>
                  </a:txBody>
                  <a:tcPr>
                    <a:solidFill>
                      <a:srgbClr val="1E8E3E"/>
                    </a:solidFill>
                  </a:tcPr>
                </a:tc>
              </a:tr>
              <a:tr h="475488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8 imgs / 1080p TTFT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833 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200 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13.2 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63×</a:t>
                      </a:r>
                    </a:p>
                  </a:txBody>
                  <a:tcPr>
                    <a:solidFill>
                      <a:srgbClr val="1E8E3E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15×</a:t>
                      </a:r>
                    </a:p>
                  </a:txBody>
                  <a:tcPr>
                    <a:solidFill>
                      <a:srgbClr val="1E8E3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3520440"/>
            <a:ext cx="1143000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Why one H200 encoder beats four B70 XPU encoders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886200"/>
            <a:ext cx="11430000" cy="2286000"/>
          </a:xfrm>
          <a:prstGeom prst="rect">
            <a:avLst/>
          </a:prstGeom>
          <a:noFill/>
        </p:spPr>
        <p:txBody>
          <a:bodyPr wrap="square" lIns="36000">
            <a:spAutoFit/>
          </a:bodyPr>
          <a:lstStyle/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H200 has more SMs, more HBM bandwidth, mature flash-attention 3 implementation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Battlemage XPU runs ViT through triton_attn — slower per-image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B70 8img/1080p ViT: ~25 s/req → H200 same workload: ~1.5 s/req (~17× faster)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Cross-host RoCE NIXL handoff (~150 ms) is well-amortized when encoder is fast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Patch (`device=cuda:0` end-to-end) verified active: 33/33 ReadOps device=cuda:0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Patch contributes ~3% on top of dell06 hardware switch (the real win is the H200)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515600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35B 5-Way Comparison — Saturation RPS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5156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1">
                <a:solidFill>
                  <a:srgbClr val="F2F2F2"/>
                </a:solidFill>
                <a:latin typeface="Calibri"/>
              </a:rPr>
              <a:t>agg_TP1, agg_TP2, B70 1E, B70 4E, dell06 1E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82880"/>
            <a:ext cx="82296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alibri"/>
              </a:rPr>
              <a:t>25 /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457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75120"/>
            <a:ext cx="10058400" cy="1828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Calibri"/>
              </a:rPr>
              <a:t>B70 / H200 Encoder–PD Disagg • Status Report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96012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8"/>
              </a:tblGrid>
              <a:tr h="457200"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Workload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agg_TP1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agg_TP2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B70 1E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B70 4E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dell06 1E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Winner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45720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4 imgs / 768p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3.01</a:t>
                      </a:r>
                    </a:p>
                  </a:txBody>
                  <a:tcPr>
                    <a:solidFill>
                      <a:srgbClr val="1E8E3E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2.73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0.44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1.55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&gt;2.49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agg_TP1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8 imgs / 768p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2.09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2.03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0.23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0.83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2.52</a:t>
                      </a:r>
                    </a:p>
                  </a:txBody>
                  <a:tcPr>
                    <a:solidFill>
                      <a:srgbClr val="1E8E3E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dell06_1E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8 imgs / 1080p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1.14</a:t>
                      </a:r>
                    </a:p>
                  </a:txBody>
                  <a:tcPr>
                    <a:solidFill>
                      <a:srgbClr val="1E8E3E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1.04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0.038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0.147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agg_TP1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2926080"/>
            <a:ext cx="1143000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TTFT (rate=1.0 median, when applicable)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3291840"/>
          <a:ext cx="1143000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422910"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Workload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agg_TP1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agg_TP2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B70 1E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B70 4E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dell06 1E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2291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4 imgs / 768p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0.63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0.71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38.3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3.0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0.58 s</a:t>
                      </a:r>
                    </a:p>
                  </a:txBody>
                  <a:tcPr>
                    <a:solidFill>
                      <a:srgbClr val="1E8E3E"/>
                    </a:solidFill>
                  </a:tcPr>
                </a:tc>
              </a:tr>
              <a:tr h="42291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8 imgs / 768p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1.74 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1.85 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121 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22.4 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1.32 s</a:t>
                      </a:r>
                    </a:p>
                  </a:txBody>
                  <a:tcPr>
                    <a:solidFill>
                      <a:srgbClr val="1E8E3E"/>
                    </a:solidFill>
                  </a:tcPr>
                </a:tc>
              </a:tr>
              <a:tr h="42291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8 imgs / 1080p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12.81 s</a:t>
                      </a:r>
                    </a:p>
                  </a:txBody>
                  <a:tcPr>
                    <a:solidFill>
                      <a:srgbClr val="1E8E3E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14.6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833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200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13.2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365760" y="5166360"/>
            <a:ext cx="11430000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D98826"/>
                </a:solidFill>
                <a:latin typeface="Calibri"/>
              </a:rPr>
              <a:t>The surprise: dell06_1E TTFT BEATS agg_TP1 for 768p workloads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532120"/>
            <a:ext cx="11247120" cy="9144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Cross-host disagg with H200 encoder gives lower latency than same-host agg at low/mid rate, because each device focuses on one job (no encoder/decoder context-switching on the H200). First time disagg has been latency-competitive in any regime tested.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515600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agg_TP2 LOSES to agg_TP1 for 35B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5156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1">
                <a:solidFill>
                  <a:srgbClr val="F2F2F2"/>
                </a:solidFill>
                <a:latin typeface="Calibri"/>
              </a:rPr>
              <a:t>Opposite of 32B-FP8 — TP=2 not always the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82880"/>
            <a:ext cx="82296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alibri"/>
              </a:rPr>
              <a:t>26 /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457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75120"/>
            <a:ext cx="10058400" cy="1828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Calibri"/>
              </a:rPr>
              <a:t>B70 / H200 Encoder–PD Disagg • Status Report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960120"/>
          <a:ext cx="114300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396240"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Workload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agg_TP1 (1×H200)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agg_TP2 (2×H200)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TP=2 efficiency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39624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32B-FP8: 8img·1080p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0.52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0.95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1.83×  (good)</a:t>
                      </a:r>
                    </a:p>
                  </a:txBody>
                  <a:tcPr>
                    <a:solidFill>
                      <a:srgbClr val="1E8E3E"/>
                    </a:solidFill>
                  </a:tcPr>
                </a:tc>
              </a:tr>
              <a:tr h="39624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32B-FP8: 4img·768p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2.7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3.1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1.15×  (modest)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624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35B-A3B: 8img·1080p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1.14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1.04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0.91×  (LOSS)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</a:tr>
              <a:tr h="39624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35B-A3B: 8img·768p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2.09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2.03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0.97×  (LOSS)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</a:tr>
              <a:tr h="39624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35B-A3B: 4img·768p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3.01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2.73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0.91×  (LOSS)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3520440"/>
            <a:ext cx="1143000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Three reasons TP=2 loses for 35B-A3B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886200"/>
            <a:ext cx="11430000" cy="2468880"/>
          </a:xfrm>
          <a:prstGeom prst="rect">
            <a:avLst/>
          </a:prstGeom>
          <a:noFill/>
        </p:spPr>
        <p:txBody>
          <a:bodyPr wrap="square" lIns="36000">
            <a:spAutoFit/>
          </a:bodyPr>
          <a:lstStyle/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MoE all-to-all overhead: 256 experts × top-8/token × 40 layers = 200–400 µs/token over NVLink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Hybrid-attention asymmetry: 30/40 layers are linear-attn (Mamba-like) — Mamba state cache doesn't TP-shard cleanly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No KV-cache pressure to relieve: KV at &lt;1% utilization (max_total_num_tokens=1.07M, observed peak ~16K)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  → TP=2's main win for 32B-FP8 (doubled KV capacity → bigger batches) doesn't apply to 35B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943600"/>
            <a:ext cx="11430000" cy="45720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598932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For 35B-A3B: TP=1 is the optimal config. Don't pay for the 2nd H200.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000" b="0" i="0">
                <a:solidFill>
                  <a:srgbClr val="2E86C1"/>
                </a:solidFill>
                <a:latin typeface="Calibri"/>
              </a:rPr>
              <a:t>Section 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10972800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Conclusions &amp;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0" i="0">
                <a:solidFill>
                  <a:srgbClr val="F2F2F2"/>
                </a:solidFill>
                <a:latin typeface="Calibri"/>
              </a:rPr>
              <a:t>Decision matrix, open items, and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0" i="1">
                <a:solidFill>
                  <a:srgbClr val="7F7F7F"/>
                </a:solidFill>
                <a:latin typeface="Calibri"/>
              </a:rPr>
              <a:t>Slides 28–30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515600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Decision Matrix by Use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5156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1">
                <a:solidFill>
                  <a:srgbClr val="F2F2F2"/>
                </a:solidFill>
                <a:latin typeface="Calibri"/>
              </a:rPr>
              <a:t>Which topology to use, and when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82880"/>
            <a:ext cx="82296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alibri"/>
              </a:rPr>
              <a:t>28 /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457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75120"/>
            <a:ext cx="10058400" cy="1828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Calibri"/>
              </a:rPr>
              <a:t>B70 / H200 Encoder–PD Disagg • Status Report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96012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457200"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Goal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Best topology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45720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Maximum RPS / GPU efficiency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agg_TP1 (same-host)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Best per-GPU at every workload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Maximum absolute RPS, 32B-FP8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agg_TP2 (NVLink)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TP=2 only wins for FP8 dense models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Maximum absolute RPS, 35B-A3B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agg_TP1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MoE all-to-all kills TP=2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Lowest TTFT, 768p workloads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dell06_1E (cross-host)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H200 encoder + dedicated PD beats agg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Lowest TTFT, 8img/1080p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agg_TP1 same-host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Cross-host NIXL hop becomes a tax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Operational flexibility (independent scaling)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dell06_1E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Within 25% of agg, much better TTFT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Have only B70 XPUs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B70_4E (NEVER 1E)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1E is unusable for 1080p workloads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Long-output decode-heavy workloads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Patched dell06_1E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Patch gives 7–90× TPOT win in saturation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65760" y="5212080"/>
            <a:ext cx="11430000" cy="1280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285232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Top-line recommendation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623560"/>
            <a:ext cx="11247120" cy="8686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For production multimodal serving on this stack: same-host TP=1 agg is the simplest, most efficient choice. Use cross-host disagg with dell06 H200 encoder + GPUDirect-RDMA patch when you need encoder/PD independent scaling, or when 768p workloads benefit from dedicated devices for lower TTFT.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515600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Open Items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5156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1">
                <a:solidFill>
                  <a:srgbClr val="F2F2F2"/>
                </a:solidFill>
                <a:latin typeface="Calibri"/>
              </a:rPr>
              <a:t>What we deferred and what's worth pursuing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82880"/>
            <a:ext cx="82296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alibri"/>
              </a:rPr>
              <a:t>29 /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457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75120"/>
            <a:ext cx="10058400" cy="1828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Calibri"/>
              </a:rPr>
              <a:t>B70 / H200 Encoder–PD Disagg • Status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960120"/>
            <a:ext cx="566928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Known issues (not blocking)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325880"/>
            <a:ext cx="5669280" cy="2468880"/>
          </a:xfrm>
          <a:prstGeom prst="rect">
            <a:avLst/>
          </a:prstGeom>
          <a:noFill/>
        </p:spPr>
        <p:txBody>
          <a:bodyPr wrap="square" lIns="36000">
            <a:spAutoFit/>
          </a:bodyPr>
          <a:lstStyle/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GPU descriptor pool needs `mem_fraction_static` coordination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  multi-day upstream dynamo work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  blocks production-safe patch deployment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5-min hardcoded request expiry in kv_router/single.rs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  affects 1E + slow-encoder workloads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  fixed locally (raised to 30 min); not upstreamed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B70 encoder ~60–80 MiB/req XPU memory leak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  Level Zero `empty_cache()` likely no-op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  workaround: restart every ~250 reqs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960120"/>
            <a:ext cx="548640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1E8E3E"/>
                </a:solidFill>
                <a:latin typeface="Calibri"/>
              </a:rPr>
              <a:t>Worth pursuing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325880"/>
            <a:ext cx="5486400" cy="2468880"/>
          </a:xfrm>
          <a:prstGeom prst="rect">
            <a:avLst/>
          </a:prstGeom>
          <a:noFill/>
        </p:spPr>
        <p:txBody>
          <a:bodyPr wrap="square" lIns="36000">
            <a:spAutoFit/>
          </a:bodyPr>
          <a:lstStyle/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8E vs 4E B70 — push beyond current encoder pool ceiling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  estimated +50–100% throughput, modulo NUMA/NIC contention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Test smaller VL models (Qwen3-VL-7B, 3B)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  ViT/(ViT+LLM) flips → disagg should structurally win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Long-output workloads (max_tokens=2048+)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  decode-time savings from patch become significant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vLLM backend replication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alibri"/>
              </a:rPr>
              <a:t>•   Liu et al. paper: 0.95→0.32 TTFT speedup on different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114800"/>
            <a:ext cx="1143000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Concrete next-week priorities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4480560"/>
          <a:ext cx="11430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402336"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Effort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Expected impact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402336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Sweep dell06_1E saturation for 4img/768p (uncapped)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Half 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Define real ceiling vs agg_TP1=3.0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Test mixed dell06 + B70_4E (5 encoders, hybrid)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 day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Possibly best-throughput cross-host config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Long-output (out=1024) on patched dell06_1E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Half 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Show real TPOT win for serving workloads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lIns="36000" rIns="36000" tIns="14000" bIns="14000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File dynamo upstream issue: NIXL pool coordination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Half day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6000" rIns="36000" tIns="14000" bIns="14000"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Unblock production-safe patch path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800" b="0" i="0">
                <a:solidFill>
                  <a:srgbClr val="F2F2F2"/>
                </a:solidFill>
                <a:latin typeface="Calibri"/>
              </a:rPr>
              <a:t>Backup material available on request: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0972800" cy="2743200"/>
          </a:xfrm>
          <a:prstGeom prst="rect">
            <a:avLst/>
          </a:prstGeom>
          <a:noFill/>
        </p:spPr>
        <p:txBody>
          <a:bodyPr wrap="square" lIns="36000">
            <a:spAutoFit/>
          </a:bodyPr>
          <a:lstStyle/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• Full per-rate sweep CSVs (21 runs × 5 topologies × 3 workloads)</a:t>
            </a:r>
          </a:p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• Per-stage BENCH_TIMING traces (32B encoder breakdown)</a:t>
            </a:r>
          </a:p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• DYN_LOG=debug NIXL ReadOperation traces</a:t>
            </a:r>
          </a:p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• All start scripts, bench scripts, and analysis Python in repo</a:t>
            </a:r>
          </a:p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• INDEX.md catalogs 39 .md docs (~9,500 lines) for 32B; 11 docs for 35B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1">
                <a:solidFill>
                  <a:srgbClr val="F2F2F2"/>
                </a:solidFill>
                <a:latin typeface="Calibri"/>
              </a:rPr>
              <a:t>Repo path: /hongming/dynamo/01_cuda_sh/disagg_h200_{32b,35b}/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