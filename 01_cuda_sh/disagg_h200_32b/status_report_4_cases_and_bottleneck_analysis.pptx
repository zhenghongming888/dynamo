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Qwen3-VL-32B-FP8 Same-Host Aggregate vs Disagg Status Report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Performance Analysis Across 4 Workload Cases &amp; Bottleneck Identification — 2026-05-31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18288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400"/>
            </a:pPr>
            <a:r>
              <a:t>• TP=1 Aggregate beats Disagg E/PD in every workload tested (np=128 × {rate=1.0, 2.0})</a:t>
            </a:r>
          </a:p>
          <a:p>
            <a:pPr>
              <a:defRPr sz="1400"/>
            </a:pPr>
            <a:r>
              <a:t>• Aggregate: 100% success (128/128 in all 8 benches); Disagg: 4 of 8 benches had 16-49% failures</a:t>
            </a:r>
          </a:p>
          <a:p>
            <a:pPr>
              <a:defRPr sz="1400"/>
            </a:pPr>
            <a:r>
              <a:t>• Speedup: Aggregate 2.0–2.7× faster RPS in heavy workloads; 1.0–1.3× in light</a:t>
            </a:r>
          </a:p>
          <a:p>
            <a:pPr>
              <a:defRPr sz="1400"/>
            </a:pPr>
            <a:r>
              <a:t>• Latency: Aggregate up to 16× lower at low concurrency (8img/768p median E2E 5.3s vs 84.9s)</a:t>
            </a:r>
          </a:p>
          <a:p>
            <a:pPr>
              <a:defRPr sz="1400"/>
            </a:pPr>
            <a:r>
              <a:t>• Disagg same-host has no measured benefit vs aggregate in any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Test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657600"/>
          <a:ext cx="11430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3657600"/>
              </a:tblGrid>
              <a:tr h="3048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Setup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Encoder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Decoder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Transport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3048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Aggregate TP=1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Same process, GPU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Same process, GPU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None (in-memory tensor)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Disagg E/PD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GPU 0 (separate process)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GPU 1 (separate process)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NIXL-write over NVLink (cuda_ipc)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846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Workloads &amp;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212080"/>
            <a:ext cx="11430000" cy="13716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200"/>
            </a:pPr>
            <a:r>
              <a:t>• 4 Workloads: 8img/1080p, 16img/768p, 8img/768p, 4img/768p</a:t>
            </a:r>
          </a:p>
          <a:p>
            <a:pPr>
              <a:defRPr sz="1200"/>
            </a:pPr>
            <a:r>
              <a:t>• 2 Rates: 1.0 and 2.0 RPS  |  np=128 prompts  |  output_len=256 tokens  |  seed=0</a:t>
            </a:r>
          </a:p>
          <a:p>
            <a:pPr>
              <a:defRPr sz="1200"/>
            </a:pPr>
            <a:r>
              <a:t>• Hardware: H200 GPU, mem-fraction=0.85, max-running-requests=64, chunked-prefill-size=16384</a:t>
            </a:r>
          </a:p>
          <a:p>
            <a:pPr>
              <a:defRPr sz="1200"/>
            </a:pPr>
            <a:r>
              <a:t>• Disagg encoder/decoder split across GPU 0 / GPU 1 (NVLink, NIXL_WRITE mode)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Slide 2 — Headline RPS Comparison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RPS at np=128 for 8 aggregate + 8 disagg benches (16 total). Speedup column shows Agg/Disagg ratio.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1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906"/>
                <a:gridCol w="764367"/>
                <a:gridCol w="1310344"/>
                <a:gridCol w="1528734"/>
                <a:gridCol w="1637930"/>
                <a:gridCol w="1856320"/>
                <a:gridCol w="1965516"/>
              </a:tblGrid>
              <a:tr h="3556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Agg RPS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Disagg RPS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Agg/Disagg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Agg Success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Disagg Success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3556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0.23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2.0×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65/128 ✗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556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2.7×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51/128 ✗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556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2.1×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77/128 ✗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556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2.3×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72/128 ✗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556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1.3×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56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1.49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2.2×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107/128 ✗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556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1.0×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56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1.93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1.79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1.08×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128/128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11430000" cy="18288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300"/>
            </a:pPr>
            <a:r>
              <a:t>• Agg never fails; Disagg fails on 4 of 8 benches with 16-49% loss rate</a:t>
            </a:r>
          </a:p>
          <a:p>
            <a:pPr>
              <a:defRPr sz="1300"/>
            </a:pPr>
            <a:r>
              <a:t>• Agg RPS rises with rate (6 of 8 cases improve from r=1.0 → r=2.0)</a:t>
            </a:r>
          </a:p>
          <a:p>
            <a:pPr>
              <a:defRPr sz="1300"/>
            </a:pPr>
            <a:r>
              <a:t>• Disagg RPS stagnates or drops with rate (5 of 8 cases worsen or flat)</a:t>
            </a:r>
          </a:p>
          <a:p>
            <a:pPr>
              <a:defRPr sz="1300"/>
            </a:pPr>
            <a:r>
              <a:t>• Largest speedup at 8img/1080p r=2.0 (2.7×) and 16img/768p r=2.0 (2.3×)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Slide 3 — Latency Comparison (Median E2E and TTFT)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Aggregate consistently faster; 16× advantage at 8img/768p r=1.0 due to no NIXL handoff queue.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Median End-to-End Latency (s)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566927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79"/>
                <a:gridCol w="640079"/>
                <a:gridCol w="1097280"/>
                <a:gridCol w="1188720"/>
                <a:gridCol w="1188720"/>
              </a:tblGrid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Agg E2E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Disagg E2E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Disagg/Agg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148.7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175.4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1.18×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187.7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214.9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1.14×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80.5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163.2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2.03×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109.1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155.7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1.43×</a:t>
                      </a:r>
                    </a:p>
                  </a:txBody>
                  <a:tcPr/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84.9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16.0×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33.8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109.9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3.25×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2.9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6.5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2.24×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2.7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11.7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4.33×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Median TTFT (s)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25880"/>
          <a:ext cx="530351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79"/>
                <a:gridCol w="640080"/>
                <a:gridCol w="1463040"/>
                <a:gridCol w="1645920"/>
              </a:tblGrid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Agg TTFT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Disagg TTFT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107.7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169.9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71.4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78.2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104.9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60.4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303520"/>
            <a:ext cx="11430000" cy="13716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200"/>
            </a:pPr>
            <a:r>
              <a:t>• Latency gap is largest at medium load (8img/768p r=1.0): Agg returns first token in 1.7s, Disagg in 39.9s</a:t>
            </a:r>
          </a:p>
          <a:p>
            <a:pPr>
              <a:defRPr sz="1200"/>
            </a:pPr>
            <a:r>
              <a:t>• Disagg's NIXL handoff + PD admit queue dominates time-to-first-token under any non-trivial load</a:t>
            </a:r>
          </a:p>
          <a:p>
            <a:pPr>
              <a:defRPr sz="1200"/>
            </a:pPr>
            <a:r>
              <a:t>• Even 4img/768p (where RPS is identical) shows Agg 2-4× lower E2E from saved handoff cost (~150ms+queue)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Slide 4 — Total Token Throughput (GPU Compute Utilization)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Validates: RPS = total_tput / per_req_tokens (verified within 1.2% on all 16 datapoints)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48640"/>
                <a:gridCol w="1554480"/>
                <a:gridCol w="1371600"/>
                <a:gridCol w="1554480"/>
              </a:tblGrid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Agg tput (tok/s)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Disagg tput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Agg/Disagg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7,787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3,781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2.06×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8,033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2,975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2.70×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8,934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4,242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2.11×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9,553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4,109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2.32×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5,704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4,470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1.28×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9,481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4,282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2.21×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3,233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3,198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1.01×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6,306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5,856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1.08×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Throughput Trend r=1.0 → r=2.0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40880" y="13258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</a:tblGrid>
              <a:tr h="4572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Agg Δ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Disagg Δ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4572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+7%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+66%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+95%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+83%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937760"/>
            <a:ext cx="11430000" cy="13716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200"/>
            </a:pPr>
            <a:r>
              <a:t>• Aggregate's GPU compute throughput climbs with rate in heavy cases (proves NIXL is the bottleneck for disagg)</a:t>
            </a:r>
          </a:p>
          <a:p>
            <a:pPr>
              <a:defRPr sz="1200"/>
            </a:pPr>
            <a:r>
              <a:t>• Disagg's GPU compute throughput drops with rate in heavy cases (NIXL backpressure starves the GPU)</a:t>
            </a:r>
          </a:p>
          <a:p>
            <a:pPr>
              <a:defRPr sz="1200"/>
            </a:pPr>
            <a:r>
              <a:t>• GPU compute is the ceiling for agg; NIXL handoff is the ceiling for disagg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Slide 5 — Case 1 Bottleneck: 8img/1080p (input_len = 16,420)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Heaviest case. KV pool 74% saturated, chunked-prefill produces 40-46% small-batch tails. Disagg fails ~50%.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Workload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6400800" cy="13716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200"/>
            </a:pPr>
            <a:r>
              <a:t>• 8 images × 1920×1080 → 16,420 input tokens (just above chunked_prefill_size=16,384)</a:t>
            </a:r>
          </a:p>
          <a:p>
            <a:pPr>
              <a:defRPr sz="1200"/>
            </a:pPr>
            <a:r>
              <a:t>• KV demand per req: 16,692 tokens; theoretical KV cap: 41 in-flight</a:t>
            </a:r>
          </a:p>
          <a:p>
            <a:pPr>
              <a:defRPr sz="1200"/>
            </a:pPr>
            <a:r>
              <a:t>• Embedding size per request: ~134 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Disagg Bottlenecks (RPS=0.18-0.23, ~50% failures)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280160"/>
            <a:ext cx="5029200" cy="13716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100">
                <a:solidFill>
                  <a:srgbClr val="C62828"/>
                </a:solidFill>
              </a:defRPr>
            </a:pPr>
            <a:r>
              <a:t>• #1 Chunked-prefill split tail: 40-46% of prefill batches are &lt;500-token tails</a:t>
            </a:r>
          </a:p>
          <a:p>
            <a:pPr>
              <a:defRPr sz="1100">
                <a:solidFill>
                  <a:srgbClr val="C62828"/>
                </a:solidFill>
              </a:defRPr>
            </a:pPr>
            <a:r>
              <a:t>• #2 KV pool 74% saturated: in-flight capped at 31</a:t>
            </a:r>
          </a:p>
          <a:p>
            <a:pPr>
              <a:defRPr sz="1100">
                <a:solidFill>
                  <a:srgbClr val="C62828"/>
                </a:solidFill>
              </a:defRPr>
            </a:pPr>
            <a:r>
              <a:t>• #6 NIXL buffer exhaustion: 768 MB pool only fits 5-6 of 134 MB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Agg Behavior (RPS=0.47-0.49, 100% success)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63240"/>
            <a:ext cx="11430000" cy="13716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200">
                <a:solidFill>
                  <a:srgbClr val="2E7D32"/>
                </a:solidFill>
              </a:defRPr>
            </a:pPr>
            <a:r>
              <a:t>• Same chunked-prefill split tails (40-42%) — STRUCTURAL TO SGLANG, NOT FIXED BY AGG</a:t>
            </a:r>
          </a:p>
          <a:p>
            <a:pPr>
              <a:defRPr sz="1200">
                <a:solidFill>
                  <a:srgbClr val="2E7D32"/>
                </a:solidFill>
              </a:defRPr>
            </a:pPr>
            <a:r>
              <a:t>• But no NIXL handoff → no buffer pool to exhaust → 0 failures across 256 requests</a:t>
            </a:r>
          </a:p>
          <a:p>
            <a:pPr>
              <a:defRPr sz="1200">
                <a:solidFill>
                  <a:srgbClr val="2E7D32"/>
                </a:solidFill>
              </a:defRPr>
            </a:pPr>
            <a:r>
              <a:t>• in-flight 67-83 (limited by max_running_requests=64 + GPU compute, agg-side)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348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Improvement Methods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7548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3657600"/>
              </a:tblGrid>
              <a:tr h="38404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38404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--chunked-prefill-size 32768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Tail eliminated, RPS 0.47 → ~0.65 (estimate)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Per-batch GPU mem 2×, may 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TP=2 aggregate (2 GPUs)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RPS 0.47 → ~0.95 (per existing data)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2 GPUs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Patch SGLang scheduler tail-coalescing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RPS 0.47 → ~0.55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Multi-day SGLang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Use smaller image (768p)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RPS 0.47 → 0.71-0.90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Resolution change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Slide 6 — Cases 2 &amp; 3 Bottleneck: 16img/768p (12,401) &amp; 8img/768p (6,238)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16img: KV pool 98% saturated. 8img: max_running_requests=64 cap + batch degradation under load.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16img/768p — input_len 12,401 (76% of chunked_prefill)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11430000" cy="18288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100"/>
            </a:pPr>
            <a:r>
              <a:t>• Disagg (RPS=0.33-0.34, 40% failures):</a:t>
            </a:r>
          </a:p>
          <a:p>
            <a:pPr>
              <a:defRPr sz="1100"/>
            </a:pPr>
            <a:r>
              <a:t>•   #2 KV pool truly saturated: in_flight=54, KV usage 98% (54 × 12,673 ≈ 695k pool)</a:t>
            </a:r>
          </a:p>
          <a:p>
            <a:pPr>
              <a:defRPr sz="1100"/>
            </a:pPr>
            <a:r>
              <a:t>•   #3 Single-request-per-batch: 2 reqs (24,802) &gt; chunked budget (16,384)</a:t>
            </a:r>
          </a:p>
          <a:p>
            <a:pPr>
              <a:defRPr sz="1100"/>
            </a:pPr>
            <a:r>
              <a:t>•   #6 NIXL buffer pool exhaustion: ~6 concurrent 126 MB embeddings</a:t>
            </a:r>
          </a:p>
          <a:p>
            <a:pPr>
              <a:defRPr sz="1100"/>
            </a:pPr>
            <a:r>
              <a:t>• Agg (RPS=0.71-0.76, 100% success): 2× higher RPS, in-flight 62-83, no NIXL 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1089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8img/768p — input_len 6,238 (38% of chunked_prefill)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29000"/>
            <a:ext cx="11430000" cy="18288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100"/>
            </a:pPr>
            <a:r>
              <a:t>• Disagg (RPS=0.67-0.70, 0%/16% failures):</a:t>
            </a:r>
          </a:p>
          <a:p>
            <a:pPr>
              <a:defRPr sz="1100"/>
            </a:pPr>
            <a:r>
              <a:t>•   #4 max_running_requests=64 cap (in-flight peaks at 63/64)</a:t>
            </a:r>
          </a:p>
          <a:p>
            <a:pPr>
              <a:defRPr sz="1100"/>
            </a:pPr>
            <a:r>
              <a:t>•   #5 Batch degradation: at rate=2.0, single-req batches grow from 26% → 40%</a:t>
            </a:r>
          </a:p>
          <a:p>
            <a:pPr>
              <a:defRPr sz="1100"/>
            </a:pPr>
            <a:r>
              <a:t>•   KV pool only 59% used</a:t>
            </a:r>
          </a:p>
          <a:p>
            <a:pPr>
              <a:defRPr sz="1100"/>
            </a:pPr>
            <a:r>
              <a:t>• Agg (RPS=0.90-1.49, 100% success): rate=2.0 hits 1.49 RPS (2.2× disagg), latency 16× lower at r=1.0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Improvement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544068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4114800"/>
              </a:tblGrid>
              <a:tr h="2743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Estimated Effect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2743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TP=2 aggregate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RPS 0.76 → ~1.4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Reduce per-image vision tokens (smaller patch)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RPS 0.76 → ~1.1 if -25% tokens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--max-running-requests 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RPS 0.67 → ~0.78 (KV pool 41% headroom)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Switch to aggregate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RPS 0.67 → 1.49 (2.2× immediate)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Slide 7 — Case 4 Bottleneck: 4img/768p (input_len = 3,158)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Lightest case. NO bottleneck triggered — system is input-rate-limited. Linear scaling 0.99 → 1.93 RPS.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Workload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11430000" cy="13716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200"/>
            </a:pPr>
            <a:r>
              <a:t>• 4 images × 1024×768 → 3,158 input tokens (only 19% of chunked_prefill_size)</a:t>
            </a:r>
          </a:p>
          <a:p>
            <a:pPr>
              <a:defRPr sz="1200"/>
            </a:pPr>
            <a:r>
              <a:t>• KV demand per req: 3,430; theoretical cap: 202 in-flight</a:t>
            </a:r>
          </a:p>
          <a:p>
            <a:pPr>
              <a:defRPr sz="1200"/>
            </a:pPr>
            <a:r>
              <a:t>• Embedding size: ~31.5 MB (4× smaller than 8img/1080p)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68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Disagg Behavior (RPS=0.98-1.79, 100% success)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1430000" cy="18288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100">
                <a:solidFill>
                  <a:srgbClr val="2E7D32"/>
                </a:solidFill>
              </a:defRPr>
            </a:pPr>
            <a:r>
              <a:t>• NO bottleneck triggered:</a:t>
            </a:r>
          </a:p>
          <a:p>
            <a:pPr>
              <a:defRPr sz="1100">
                <a:solidFill>
                  <a:srgbClr val="2E7D32"/>
                </a:solidFill>
              </a:defRPr>
            </a:pPr>
            <a:r>
              <a:t>•   KV pool only 5-9% used (in-flight 11-21 vs 202 theoretical cap)</a:t>
            </a:r>
          </a:p>
          <a:p>
            <a:pPr>
              <a:defRPr sz="1100">
                <a:solidFill>
                  <a:srgbClr val="2E7D32"/>
                </a:solidFill>
              </a:defRPr>
            </a:pPr>
            <a:r>
              <a:t>•   max_running_requests=64 not approached (peak 21)</a:t>
            </a:r>
          </a:p>
          <a:p>
            <a:pPr>
              <a:defRPr sz="1100">
                <a:solidFill>
                  <a:srgbClr val="2E7D32"/>
                </a:solidFill>
              </a:defRPr>
            </a:pPr>
            <a:r>
              <a:t>•   5 requests can theoretically merge into one prefill batch (5 × 3,158 &lt; 16,384)</a:t>
            </a:r>
          </a:p>
          <a:p>
            <a:pPr>
              <a:defRPr sz="1100">
                <a:solidFill>
                  <a:srgbClr val="2E7D32"/>
                </a:solidFill>
              </a:defRPr>
            </a:pPr>
            <a:r>
              <a:t>• NIXL buffer pool not exhausted: 768 MB / 31.5 MB = ~24 concurrent (4× headroom vs 8img/1080p)</a:t>
            </a:r>
          </a:p>
          <a:p>
            <a:pPr>
              <a:defRPr sz="1100">
                <a:solidFill>
                  <a:srgbClr val="2E7D32"/>
                </a:solidFill>
              </a:defRPr>
            </a:pPr>
            <a:r>
              <a:t>• System is input-rate-limited (rate=1.0 → 0.98 RPS; rate=2.0 → 1.79 RPS)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Why This Is The Only "OK" Disagg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892040"/>
            <a:ext cx="11430000" cy="13716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200"/>
            </a:pPr>
            <a:r>
              <a:t>• Small per-request workload doesn't stress NIXL ring buffer</a:t>
            </a:r>
          </a:p>
          <a:p>
            <a:pPr>
              <a:defRPr sz="1200"/>
            </a:pPr>
            <a:r>
              <a:t>• Per-req computation small enough that PD has spare in-flight capacity → buffer drains as fast as it fills</a:t>
            </a:r>
          </a:p>
          <a:p>
            <a:pPr>
              <a:defRPr sz="1200"/>
            </a:pPr>
            <a:r>
              <a:t>• Estimated true saturation: rate=4.0/np=256 → predicted RPS ~3.0 (linear until max_running=64 caps)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Improvement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100">
                <a:solidFill>
                  <a:srgbClr val="1565C0"/>
                </a:solidFill>
              </a:defRPr>
            </a:pPr>
            <a:r>
              <a:t>Push to rate=4.0 → predicted RPS ~3.0   |   --max-running-requests 128 → ~5.0   |   TP=2 agg → ~3.5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Slide 8 — Why Aggregate Wins: Architectural Comparison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Disagg's NIXL handoff is the dominant overhead. Aggregate eliminates it entirely.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Data Flow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Consolas"/>
              </a:defRPr>
            </a:pPr>
            <a:r>
              <a:t>DISAGG E/PD                                AGGREGATE TP=1</a:t>
            </a:r>
            <a:br/>
            <a:r>
              <a:t>─────────────────                          ─────────────────</a:t>
            </a:r>
            <a:br/>
            <a:r>
              <a:t>[Encoder process, GPU 0]                  [Single process, GPU 1]</a:t>
            </a:r>
            <a:br/>
            <a:r>
              <a:t>  ↓ ViT forward                              ↓ ViT forward</a:t>
            </a:r>
            <a:br/>
            <a:r>
              <a:t>  ↓ embeddings (CPU stage)                   ↓ embeddings (in-memory)</a:t>
            </a:r>
            <a:br/>
            <a:r>
              <a:t>  ↓ NIXL ring buffer (768MB pool)  ←━━┓     ↓ direct tensor handoff</a:t>
            </a:r>
            <a:br/>
            <a:r>
              <a:t>  ↓ NIXL_WRITE over cuda_ipc          ┃     ↓ same CUDA context</a:t>
            </a:r>
            <a:br/>
            <a:r>
              <a:t>[PD process, GPU 1]                    ┃     ↓ LLM prefill+decode</a:t>
            </a:r>
            <a:br/>
            <a:r>
              <a:t>  ↓ NIXL receive + admit queue        ┃     </a:t>
            </a:r>
            <a:br/>
            <a:r>
              <a:t>  ↓ SGLang scheduler                  ┗━━ FAILURE POINT under load</a:t>
            </a:r>
            <a:br/>
            <a:r>
              <a:t>  ↓ LLM prefill+decode                    (60s timeout, 16-49% reqs lost)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749039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Disagg Overheads Measured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406908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5486400"/>
              </a:tblGrid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Overhead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Visible In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NIXL embedding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~150 ms / req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TTFT gap (1.7s vs 39.9s in 8img/768p)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NIXL ring buffer admission queue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60s timeout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4 of 8 benches with failures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PD scheduler admit serialization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~1.7s per batch tick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running peak = 63 vs agg 67-83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Encoder/PD VRAM split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encoder=0.85 + PD=0.85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PD KV pool reduced 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When Would Disagg Actually Help?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100">
                <a:solidFill>
                  <a:srgbClr val="1565C0"/>
                </a:solidFill>
              </a:defRPr>
            </a:pPr>
            <a:r>
              <a:t>Cross-host: encoder cluster on different machines (RoCE NIXL)   |   Heterogeneous GPUs: encoder on cheap GPU, decoder on H200   |   Shared encoder cache across many decoders   |   NONE of these conditions apply to single-host single-GPU.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Slide 9 — Bottleneck Summary Matrix &amp; Improvement Roadmap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Disagg has 0-5 active bottlenecks per case. Aggregate eliminates the NIXL bottleneck (#6) entirely.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Disagg Bottleneck Activation by Case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57400"/>
                <a:gridCol w="2057400"/>
                <a:gridCol w="2057400"/>
                <a:gridCol w="2057400"/>
              </a:tblGrid>
              <a:tr h="3251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3251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#1 Chunked-prefill split tail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 (40-46%)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#2 KV pool saturation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 (74%)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 (98%)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#3 Single-request-per-batch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#4 max_running_requests=64 hit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#5 Batch degradation under load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#6 NIXL buffer pool exhaustion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Active bottlenecks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512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Disagg RPS / Success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0.18-0.23 / 50%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0.33-0.34 / 60%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0.67-0.70 / 95%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0.98-1.79 / 100%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2062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Improvement Roadmap (ordered by Effort × Impact)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45262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3200400"/>
                <a:gridCol w="2743200"/>
              </a:tblGrid>
              <a:tr h="31350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 Case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Estimated Gain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31350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Switch to TP=1 aggregate for all single-host deployments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All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RPS 2-2.7×, no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Raise --max-running-requests to 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8img/768p, 16img/768p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RPS +10-15%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0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TP=2 aggregate (2 GPUs)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8img/1080p, 16img/768p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RPS ~2× more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--chunked-prefill-size 32768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RPS +30-40% (test for OOM)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08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Lower image resolution / fewer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8img/1080p → 8img/768p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RPS 2× (0.47 → 0.90)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Patch SGLang for chunked-prefill tail-coalescing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RPS +20% (multi-day work)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Slide 10 — Recommendations &amp; Next Steps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Universal recommendation: TP=1 aggregate for single-host. Disagg only valuable cross-host.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Production Deployment Recommendations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2286000"/>
                <a:gridCol w="2743200"/>
              </a:tblGrid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Backup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Avoid</a:t>
                      </a:r>
                    </a:p>
                  </a:txBody>
                  <a:tcPr>
                    <a:solidFill>
                      <a:srgbClr val="4A86C5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8img/1080p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TP=1 agg (0.47 RPS) or TP=2 agg (~0.95)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Resolution reduction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Same-host disagg (50% fail)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16img/768p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TP=1 agg (0.71 RPS) or TP=2 agg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Image count reduction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Same-host disagg (40% fail)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TP=1 agg (0.90-1.49 RPS)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TP=2 agg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Same-host disagg at rate≥1.5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4img/768p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TP=1 agg (0.99-1.93 RPS)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Same-host disagg (acceptable)</a:t>
                      </a:r>
                    </a:p>
                  </a:txBody>
                  <a:tcPr/>
                </a:tc>
                <a:tc>
                  <a:txBody>
                    <a:bodyPr wrap="square" lIns="40000" rIns="40000" tIns="20000" bIns="20000"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Frontend Admission Control (required for any disagg deployment)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20440"/>
            <a:ext cx="11430000" cy="13716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200"/>
            </a:pPr>
            <a:r>
              <a:t>• Monitor PD running-req, return HTTP 429 when ≥ 60</a:t>
            </a:r>
          </a:p>
          <a:p>
            <a:pPr>
              <a:defRPr sz="1200"/>
            </a:pPr>
            <a:r>
              <a:t>• Monitor NIXL ring buffer occupancy, throttle when &gt; 80%</a:t>
            </a:r>
          </a:p>
          <a:p>
            <a:pPr>
              <a:defRPr sz="1200"/>
            </a:pPr>
            <a:r>
              <a:t>• Stagger receive_timeout vs encode_timeout (currently both 60s — avalanche risk)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6177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Validated Performance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37760"/>
            <a:ext cx="11430000" cy="13716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200"/>
            </a:pPr>
            <a:r>
              <a:t>• RPS = total_token_throughput / (input_len + output_len) — verified within 1.2% across 16 datapoints</a:t>
            </a:r>
          </a:p>
          <a:p>
            <a:pPr>
              <a:defRPr sz="1200"/>
            </a:pPr>
            <a:r>
              <a:t>• Aggregate ceiling: GPU compute throughput (~9,500 tok/s sustained on H200 FP8)</a:t>
            </a:r>
          </a:p>
          <a:p>
            <a:pPr>
              <a:defRPr sz="1200"/>
            </a:pPr>
            <a:r>
              <a:t>• Disagg ceiling: NIXL_MAX_BUFFER_SIZE / per_req_embedding_size × PD_admit_rate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A5F"/>
                </a:solidFill>
              </a:defRPr>
            </a:pPr>
            <a:r>
              <a:t>Next Experiments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square" lIns="40000" tIns="20000">
            <a:spAutoFit/>
          </a:bodyPr>
          <a:lstStyle/>
          <a:p>
            <a:pPr>
              <a:defRPr sz="1100">
                <a:solidFill>
                  <a:srgbClr val="1565C0"/>
                </a:solidFill>
              </a:defRPr>
            </a:pPr>
            <a:r>
              <a:t>TP=2 aggregate full sweep at np=128 to quantify additional speedup   |   --chunked-prefill-size 32768 on 8img/1080p   |   --max-running-requests 128 sweep   |   Cross-host disagg with B70 encoder + H200 PD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